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notesMasterIdLst>
    <p:notesMasterId r:id="rId42"/>
  </p:notesMasterIdLst>
  <p:sldIdLst>
    <p:sldId id="256" r:id="rId2"/>
    <p:sldId id="270" r:id="rId3"/>
    <p:sldId id="292" r:id="rId4"/>
    <p:sldId id="258" r:id="rId5"/>
    <p:sldId id="271" r:id="rId6"/>
    <p:sldId id="272" r:id="rId7"/>
    <p:sldId id="273" r:id="rId8"/>
    <p:sldId id="275" r:id="rId9"/>
    <p:sldId id="262" r:id="rId10"/>
    <p:sldId id="276" r:id="rId11"/>
    <p:sldId id="264" r:id="rId12"/>
    <p:sldId id="277" r:id="rId13"/>
    <p:sldId id="263" r:id="rId14"/>
    <p:sldId id="278" r:id="rId15"/>
    <p:sldId id="279" r:id="rId16"/>
    <p:sldId id="280" r:id="rId17"/>
    <p:sldId id="281" r:id="rId18"/>
    <p:sldId id="282" r:id="rId19"/>
    <p:sldId id="283" r:id="rId20"/>
    <p:sldId id="284" r:id="rId21"/>
    <p:sldId id="285" r:id="rId22"/>
    <p:sldId id="265" r:id="rId23"/>
    <p:sldId id="286" r:id="rId24"/>
    <p:sldId id="287" r:id="rId25"/>
    <p:sldId id="288" r:id="rId26"/>
    <p:sldId id="289" r:id="rId27"/>
    <p:sldId id="377" r:id="rId28"/>
    <p:sldId id="257" r:id="rId29"/>
    <p:sldId id="363" r:id="rId30"/>
    <p:sldId id="365" r:id="rId31"/>
    <p:sldId id="260" r:id="rId32"/>
    <p:sldId id="369" r:id="rId33"/>
    <p:sldId id="370" r:id="rId34"/>
    <p:sldId id="378" r:id="rId35"/>
    <p:sldId id="371" r:id="rId36"/>
    <p:sldId id="372" r:id="rId37"/>
    <p:sldId id="373" r:id="rId38"/>
    <p:sldId id="374" r:id="rId39"/>
    <p:sldId id="375" r:id="rId40"/>
    <p:sldId id="376" r:id="rId41"/>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Tw Cen MT" panose="020B0602020104020603"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w Cen MT" panose="020B0602020104020603"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w Cen MT" panose="020B0602020104020603"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w Cen MT" panose="020B0602020104020603"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w Cen MT" panose="020B0602020104020603" pitchFamily="34" charset="0"/>
        <a:ea typeface="+mn-ea"/>
        <a:cs typeface="+mn-cs"/>
      </a:defRPr>
    </a:lvl5pPr>
    <a:lvl6pPr marL="2286000" algn="l" defTabSz="914400" rtl="0" eaLnBrk="1" latinLnBrk="0" hangingPunct="1">
      <a:defRPr kern="1200">
        <a:solidFill>
          <a:schemeClr val="tx1"/>
        </a:solidFill>
        <a:latin typeface="Tw Cen MT" panose="020B0602020104020603" pitchFamily="34" charset="0"/>
        <a:ea typeface="+mn-ea"/>
        <a:cs typeface="+mn-cs"/>
      </a:defRPr>
    </a:lvl6pPr>
    <a:lvl7pPr marL="2743200" algn="l" defTabSz="914400" rtl="0" eaLnBrk="1" latinLnBrk="0" hangingPunct="1">
      <a:defRPr kern="1200">
        <a:solidFill>
          <a:schemeClr val="tx1"/>
        </a:solidFill>
        <a:latin typeface="Tw Cen MT" panose="020B0602020104020603" pitchFamily="34" charset="0"/>
        <a:ea typeface="+mn-ea"/>
        <a:cs typeface="+mn-cs"/>
      </a:defRPr>
    </a:lvl7pPr>
    <a:lvl8pPr marL="3200400" algn="l" defTabSz="914400" rtl="0" eaLnBrk="1" latinLnBrk="0" hangingPunct="1">
      <a:defRPr kern="1200">
        <a:solidFill>
          <a:schemeClr val="tx1"/>
        </a:solidFill>
        <a:latin typeface="Tw Cen MT" panose="020B0602020104020603" pitchFamily="34" charset="0"/>
        <a:ea typeface="+mn-ea"/>
        <a:cs typeface="+mn-cs"/>
      </a:defRPr>
    </a:lvl8pPr>
    <a:lvl9pPr marL="3657600" algn="l" defTabSz="914400" rtl="0" eaLnBrk="1" latinLnBrk="0" hangingPunct="1">
      <a:defRPr kern="1200">
        <a:solidFill>
          <a:schemeClr val="tx1"/>
        </a:solidFill>
        <a:latin typeface="Tw Cen MT" panose="020B0602020104020603"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D5B5"/>
    <a:srgbClr val="D7D7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CD728B-7E95-4440-BD15-D0A45E74631A}" v="1" dt="2024-03-11T13:15:16.8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83941" autoAdjust="0"/>
  </p:normalViewPr>
  <p:slideViewPr>
    <p:cSldViewPr>
      <p:cViewPr varScale="1">
        <p:scale>
          <a:sx n="62" d="100"/>
          <a:sy n="62" d="100"/>
        </p:scale>
        <p:origin x="892"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447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EW THIAM KIAN" userId="d6d21359-0a32-46c1-9a95-a10edee76cd1" providerId="ADAL" clId="{51CD728B-7E95-4440-BD15-D0A45E74631A}"/>
    <pc:docChg chg="custSel addSld modSld">
      <pc:chgData name="CHIEW THIAM KIAN" userId="d6d21359-0a32-46c1-9a95-a10edee76cd1" providerId="ADAL" clId="{51CD728B-7E95-4440-BD15-D0A45E74631A}" dt="2024-03-11T13:17:43.603" v="63" actId="1076"/>
      <pc:docMkLst>
        <pc:docMk/>
      </pc:docMkLst>
      <pc:sldChg chg="addSp modSp mod">
        <pc:chgData name="CHIEW THIAM KIAN" userId="d6d21359-0a32-46c1-9a95-a10edee76cd1" providerId="ADAL" clId="{51CD728B-7E95-4440-BD15-D0A45E74631A}" dt="2024-03-11T13:15:16.807" v="36" actId="1076"/>
        <pc:sldMkLst>
          <pc:docMk/>
          <pc:sldMk cId="3298472664" sldId="369"/>
        </pc:sldMkLst>
        <pc:spChg chg="mod">
          <ac:chgData name="CHIEW THIAM KIAN" userId="d6d21359-0a32-46c1-9a95-a10edee76cd1" providerId="ADAL" clId="{51CD728B-7E95-4440-BD15-D0A45E74631A}" dt="2024-03-11T13:15:16.807" v="36" actId="1076"/>
          <ac:spMkLst>
            <pc:docMk/>
            <pc:sldMk cId="3298472664" sldId="369"/>
            <ac:spMk id="3" creationId="{00000000-0000-0000-0000-000000000000}"/>
          </ac:spMkLst>
        </pc:spChg>
        <pc:spChg chg="add mod">
          <ac:chgData name="CHIEW THIAM KIAN" userId="d6d21359-0a32-46c1-9a95-a10edee76cd1" providerId="ADAL" clId="{51CD728B-7E95-4440-BD15-D0A45E74631A}" dt="2024-03-11T13:15:16.415" v="35" actId="1076"/>
          <ac:spMkLst>
            <pc:docMk/>
            <pc:sldMk cId="3298472664" sldId="369"/>
            <ac:spMk id="4" creationId="{49B5BA17-BE18-9543-46B9-75371C580827}"/>
          </ac:spMkLst>
        </pc:spChg>
      </pc:sldChg>
      <pc:sldChg chg="addSp modSp new mod">
        <pc:chgData name="CHIEW THIAM KIAN" userId="d6d21359-0a32-46c1-9a95-a10edee76cd1" providerId="ADAL" clId="{51CD728B-7E95-4440-BD15-D0A45E74631A}" dt="2024-03-11T13:17:43.603" v="63" actId="1076"/>
        <pc:sldMkLst>
          <pc:docMk/>
          <pc:sldMk cId="1819051947" sldId="378"/>
        </pc:sldMkLst>
        <pc:spChg chg="mod">
          <ac:chgData name="CHIEW THIAM KIAN" userId="d6d21359-0a32-46c1-9a95-a10edee76cd1" providerId="ADAL" clId="{51CD728B-7E95-4440-BD15-D0A45E74631A}" dt="2024-03-11T13:15:53.726" v="56"/>
          <ac:spMkLst>
            <pc:docMk/>
            <pc:sldMk cId="1819051947" sldId="378"/>
            <ac:spMk id="2" creationId="{2CF70D53-0883-0A0B-CAA9-B526C1B59B15}"/>
          </ac:spMkLst>
        </pc:spChg>
        <pc:picChg chg="add mod">
          <ac:chgData name="CHIEW THIAM KIAN" userId="d6d21359-0a32-46c1-9a95-a10edee76cd1" providerId="ADAL" clId="{51CD728B-7E95-4440-BD15-D0A45E74631A}" dt="2024-03-11T13:17:13.836" v="60" actId="14100"/>
          <ac:picMkLst>
            <pc:docMk/>
            <pc:sldMk cId="1819051947" sldId="378"/>
            <ac:picMk id="4" creationId="{38B037DC-DBDC-85DF-8EB8-B663CC5CC1E4}"/>
          </ac:picMkLst>
        </pc:picChg>
        <pc:picChg chg="add mod">
          <ac:chgData name="CHIEW THIAM KIAN" userId="d6d21359-0a32-46c1-9a95-a10edee76cd1" providerId="ADAL" clId="{51CD728B-7E95-4440-BD15-D0A45E74631A}" dt="2024-03-11T13:17:43.603" v="63" actId="1076"/>
          <ac:picMkLst>
            <pc:docMk/>
            <pc:sldMk cId="1819051947" sldId="378"/>
            <ac:picMk id="6" creationId="{DC0A271D-2AF7-A9B5-69BB-3AB805E09FE8}"/>
          </ac:picMkLst>
        </pc:picChg>
      </pc:sldChg>
    </pc:docChg>
  </pc:docChgLst>
  <pc:docChgLst>
    <pc:chgData name="CHIEW THIAM KIAN" userId="d6d21359-0a32-46c1-9a95-a10edee76cd1" providerId="ADAL" clId="{9F83B4AC-BA95-4653-A3E6-6D26568A10CC}"/>
    <pc:docChg chg="undo custSel addSld delSld modSld">
      <pc:chgData name="CHIEW THIAM KIAN" userId="d6d21359-0a32-46c1-9a95-a10edee76cd1" providerId="ADAL" clId="{9F83B4AC-BA95-4653-A3E6-6D26568A10CC}" dt="2023-03-30T16:05:45.575" v="248" actId="6549"/>
      <pc:docMkLst>
        <pc:docMk/>
      </pc:docMkLst>
      <pc:sldChg chg="addSp delSp modSp mod setBg">
        <pc:chgData name="CHIEW THIAM KIAN" userId="d6d21359-0a32-46c1-9a95-a10edee76cd1" providerId="ADAL" clId="{9F83B4AC-BA95-4653-A3E6-6D26568A10CC}" dt="2022-03-22T06:01:08.975" v="37" actId="20577"/>
        <pc:sldMkLst>
          <pc:docMk/>
          <pc:sldMk cId="0" sldId="256"/>
        </pc:sldMkLst>
        <pc:spChg chg="add del">
          <ac:chgData name="CHIEW THIAM KIAN" userId="d6d21359-0a32-46c1-9a95-a10edee76cd1" providerId="ADAL" clId="{9F83B4AC-BA95-4653-A3E6-6D26568A10CC}" dt="2022-03-21T16:03:08.682" v="1" actId="26606"/>
          <ac:spMkLst>
            <pc:docMk/>
            <pc:sldMk cId="0" sldId="256"/>
            <ac:spMk id="72" creationId="{62AE8E50-35D4-4D5A-A4BB-168CBB027DA2}"/>
          </ac:spMkLst>
        </pc:spChg>
        <pc:spChg chg="add del">
          <ac:chgData name="CHIEW THIAM KIAN" userId="d6d21359-0a32-46c1-9a95-a10edee76cd1" providerId="ADAL" clId="{9F83B4AC-BA95-4653-A3E6-6D26568A10CC}" dt="2022-03-21T16:03:08.682" v="1" actId="26606"/>
          <ac:spMkLst>
            <pc:docMk/>
            <pc:sldMk cId="0" sldId="256"/>
            <ac:spMk id="74" creationId="{C37D1D6D-17D8-4296-B000-665D1892D01E}"/>
          </ac:spMkLst>
        </pc:spChg>
        <pc:spChg chg="add del">
          <ac:chgData name="CHIEW THIAM KIAN" userId="d6d21359-0a32-46c1-9a95-a10edee76cd1" providerId="ADAL" clId="{9F83B4AC-BA95-4653-A3E6-6D26568A10CC}" dt="2022-03-21T16:03:08.682" v="1" actId="26606"/>
          <ac:spMkLst>
            <pc:docMk/>
            <pc:sldMk cId="0" sldId="256"/>
            <ac:spMk id="76" creationId="{1B26E892-1320-40AA-9CA1-246721C18768}"/>
          </ac:spMkLst>
        </pc:spChg>
        <pc:spChg chg="add del">
          <ac:chgData name="CHIEW THIAM KIAN" userId="d6d21359-0a32-46c1-9a95-a10edee76cd1" providerId="ADAL" clId="{9F83B4AC-BA95-4653-A3E6-6D26568A10CC}" dt="2022-03-21T16:03:08.682" v="1" actId="26606"/>
          <ac:spMkLst>
            <pc:docMk/>
            <pc:sldMk cId="0" sldId="256"/>
            <ac:spMk id="80" creationId="{C170DF7D-4686-4BD5-A9CD-C8964928468D}"/>
          </ac:spMkLst>
        </pc:spChg>
        <pc:spChg chg="mod">
          <ac:chgData name="CHIEW THIAM KIAN" userId="d6d21359-0a32-46c1-9a95-a10edee76cd1" providerId="ADAL" clId="{9F83B4AC-BA95-4653-A3E6-6D26568A10CC}" dt="2022-03-22T06:01:08.975" v="37" actId="20577"/>
          <ac:spMkLst>
            <pc:docMk/>
            <pc:sldMk cId="0" sldId="256"/>
            <ac:spMk id="4098" creationId="{D6241F05-2698-4067-8524-9C6ADC916AE1}"/>
          </ac:spMkLst>
        </pc:spChg>
        <pc:spChg chg="mod">
          <ac:chgData name="CHIEW THIAM KIAN" userId="d6d21359-0a32-46c1-9a95-a10edee76cd1" providerId="ADAL" clId="{9F83B4AC-BA95-4653-A3E6-6D26568A10CC}" dt="2022-03-21T16:03:08.697" v="2" actId="26606"/>
          <ac:spMkLst>
            <pc:docMk/>
            <pc:sldMk cId="0" sldId="256"/>
            <ac:spMk id="4099" creationId="{84BFD160-0EA4-4B04-9014-96EB1B7341AD}"/>
          </ac:spMkLst>
        </pc:spChg>
        <pc:spChg chg="add">
          <ac:chgData name="CHIEW THIAM KIAN" userId="d6d21359-0a32-46c1-9a95-a10edee76cd1" providerId="ADAL" clId="{9F83B4AC-BA95-4653-A3E6-6D26568A10CC}" dt="2022-03-21T16:03:08.697" v="2" actId="26606"/>
          <ac:spMkLst>
            <pc:docMk/>
            <pc:sldMk cId="0" sldId="256"/>
            <ac:spMk id="4101" creationId="{A540FAC9-3505-49ED-9B06-A0F8C1485394}"/>
          </ac:spMkLst>
        </pc:spChg>
        <pc:spChg chg="add">
          <ac:chgData name="CHIEW THIAM KIAN" userId="d6d21359-0a32-46c1-9a95-a10edee76cd1" providerId="ADAL" clId="{9F83B4AC-BA95-4653-A3E6-6D26568A10CC}" dt="2022-03-21T16:03:08.697" v="2" actId="26606"/>
          <ac:spMkLst>
            <pc:docMk/>
            <pc:sldMk cId="0" sldId="256"/>
            <ac:spMk id="4102" creationId="{9879B3CD-E329-42F5-B136-BA1F37EC0532}"/>
          </ac:spMkLst>
        </pc:spChg>
        <pc:spChg chg="add">
          <ac:chgData name="CHIEW THIAM KIAN" userId="d6d21359-0a32-46c1-9a95-a10edee76cd1" providerId="ADAL" clId="{9F83B4AC-BA95-4653-A3E6-6D26568A10CC}" dt="2022-03-21T16:03:08.697" v="2" actId="26606"/>
          <ac:spMkLst>
            <pc:docMk/>
            <pc:sldMk cId="0" sldId="256"/>
            <ac:spMk id="4104" creationId="{EA0B4097-B645-43E0-A2B5-B8D688E74592}"/>
          </ac:spMkLst>
        </pc:spChg>
        <pc:cxnChg chg="add del">
          <ac:chgData name="CHIEW THIAM KIAN" userId="d6d21359-0a32-46c1-9a95-a10edee76cd1" providerId="ADAL" clId="{9F83B4AC-BA95-4653-A3E6-6D26568A10CC}" dt="2022-03-21T16:03:08.682" v="1" actId="26606"/>
          <ac:cxnSpMkLst>
            <pc:docMk/>
            <pc:sldMk cId="0" sldId="256"/>
            <ac:cxnSpMk id="78" creationId="{C9A1F79C-E4D1-4AAE-BA11-3A09005252E3}"/>
          </ac:cxnSpMkLst>
        </pc:cxnChg>
        <pc:cxnChg chg="add">
          <ac:chgData name="CHIEW THIAM KIAN" userId="d6d21359-0a32-46c1-9a95-a10edee76cd1" providerId="ADAL" clId="{9F83B4AC-BA95-4653-A3E6-6D26568A10CC}" dt="2022-03-21T16:03:08.697" v="2" actId="26606"/>
          <ac:cxnSpMkLst>
            <pc:docMk/>
            <pc:sldMk cId="0" sldId="256"/>
            <ac:cxnSpMk id="4103" creationId="{51B042EF-3024-4C57-B282-1B30607FB7C7}"/>
          </ac:cxnSpMkLst>
        </pc:cxnChg>
      </pc:sldChg>
      <pc:sldChg chg="addSp delSp modSp add mod setBg modClrScheme chgLayout">
        <pc:chgData name="CHIEW THIAM KIAN" userId="d6d21359-0a32-46c1-9a95-a10edee76cd1" providerId="ADAL" clId="{9F83B4AC-BA95-4653-A3E6-6D26568A10CC}" dt="2022-03-22T06:38:57.759" v="159" actId="26606"/>
        <pc:sldMkLst>
          <pc:docMk/>
          <pc:sldMk cId="0" sldId="257"/>
        </pc:sldMkLst>
        <pc:spChg chg="add">
          <ac:chgData name="CHIEW THIAM KIAN" userId="d6d21359-0a32-46c1-9a95-a10edee76cd1" providerId="ADAL" clId="{9F83B4AC-BA95-4653-A3E6-6D26568A10CC}" dt="2022-03-22T06:38:57.759" v="159" actId="26606"/>
          <ac:spMkLst>
            <pc:docMk/>
            <pc:sldMk cId="0" sldId="257"/>
            <ac:spMk id="136" creationId="{39E4C68A-A4A9-48A4-9FF2-D2896B1EA01F}"/>
          </ac:spMkLst>
        </pc:spChg>
        <pc:spChg chg="add">
          <ac:chgData name="CHIEW THIAM KIAN" userId="d6d21359-0a32-46c1-9a95-a10edee76cd1" providerId="ADAL" clId="{9F83B4AC-BA95-4653-A3E6-6D26568A10CC}" dt="2022-03-22T06:38:57.759" v="159" actId="26606"/>
          <ac:spMkLst>
            <pc:docMk/>
            <pc:sldMk cId="0" sldId="257"/>
            <ac:spMk id="138" creationId="{E2B9AEA5-52CB-49A6-AF8A-33502F291B91}"/>
          </ac:spMkLst>
        </pc:spChg>
        <pc:spChg chg="mod ord">
          <ac:chgData name="CHIEW THIAM KIAN" userId="d6d21359-0a32-46c1-9a95-a10edee76cd1" providerId="ADAL" clId="{9F83B4AC-BA95-4653-A3E6-6D26568A10CC}" dt="2022-03-22T06:38:57.759" v="159" actId="26606"/>
          <ac:spMkLst>
            <pc:docMk/>
            <pc:sldMk cId="0" sldId="257"/>
            <ac:spMk id="4098" creationId="{B790FBE1-FA58-4A86-B6B4-EE5459ED1D53}"/>
          </ac:spMkLst>
        </pc:spChg>
        <pc:spChg chg="add del mod ord">
          <ac:chgData name="CHIEW THIAM KIAN" userId="d6d21359-0a32-46c1-9a95-a10edee76cd1" providerId="ADAL" clId="{9F83B4AC-BA95-4653-A3E6-6D26568A10CC}" dt="2022-03-22T06:38:57.759" v="159" actId="26606"/>
          <ac:spMkLst>
            <pc:docMk/>
            <pc:sldMk cId="0" sldId="257"/>
            <ac:spMk id="44035" creationId="{867ED9DF-03E2-4C3F-B631-2A8012786486}"/>
          </ac:spMkLst>
        </pc:spChg>
        <pc:spChg chg="add">
          <ac:chgData name="CHIEW THIAM KIAN" userId="d6d21359-0a32-46c1-9a95-a10edee76cd1" providerId="ADAL" clId="{9F83B4AC-BA95-4653-A3E6-6D26568A10CC}" dt="2022-03-22T06:38:57.759" v="159" actId="26606"/>
          <ac:spMkLst>
            <pc:docMk/>
            <pc:sldMk cId="0" sldId="257"/>
            <ac:spMk id="44039" creationId="{867ED9DF-03E2-4C3F-B631-2A8012786486}"/>
          </ac:spMkLst>
        </pc:spChg>
        <pc:graphicFrameChg chg="add del">
          <ac:chgData name="CHIEW THIAM KIAN" userId="d6d21359-0a32-46c1-9a95-a10edee76cd1" providerId="ADAL" clId="{9F83B4AC-BA95-4653-A3E6-6D26568A10CC}" dt="2022-03-22T06:38:57.744" v="158" actId="26606"/>
          <ac:graphicFrameMkLst>
            <pc:docMk/>
            <pc:sldMk cId="0" sldId="257"/>
            <ac:graphicFrameMk id="44037" creationId="{C2830926-63FA-3ACE-8D99-BE91111E9CAB}"/>
          </ac:graphicFrameMkLst>
        </pc:graphicFrameChg>
      </pc:sldChg>
      <pc:sldChg chg="addSp delSp modSp mod setBg">
        <pc:chgData name="CHIEW THIAM KIAN" userId="d6d21359-0a32-46c1-9a95-a10edee76cd1" providerId="ADAL" clId="{9F83B4AC-BA95-4653-A3E6-6D26568A10CC}" dt="2022-03-21T16:08:20.985" v="31" actId="14100"/>
        <pc:sldMkLst>
          <pc:docMk/>
          <pc:sldMk cId="0" sldId="258"/>
        </pc:sldMkLst>
        <pc:spChg chg="add">
          <ac:chgData name="CHIEW THIAM KIAN" userId="d6d21359-0a32-46c1-9a95-a10edee76cd1" providerId="ADAL" clId="{9F83B4AC-BA95-4653-A3E6-6D26568A10CC}" dt="2022-03-21T16:07:34.318" v="25" actId="26606"/>
          <ac:spMkLst>
            <pc:docMk/>
            <pc:sldMk cId="0" sldId="258"/>
            <ac:spMk id="137" creationId="{F7422F06-6017-4361-8872-E0E2CEB20B48}"/>
          </ac:spMkLst>
        </pc:spChg>
        <pc:spChg chg="mod">
          <ac:chgData name="CHIEW THIAM KIAN" userId="d6d21359-0a32-46c1-9a95-a10edee76cd1" providerId="ADAL" clId="{9F83B4AC-BA95-4653-A3E6-6D26568A10CC}" dt="2022-03-21T16:07:34.318" v="25" actId="26606"/>
          <ac:spMkLst>
            <pc:docMk/>
            <pc:sldMk cId="0" sldId="258"/>
            <ac:spMk id="5122" creationId="{9F6DB092-574D-4B32-8FD0-DFF4734E4FB9}"/>
          </ac:spMkLst>
        </pc:spChg>
        <pc:spChg chg="del">
          <ac:chgData name="CHIEW THIAM KIAN" userId="d6d21359-0a32-46c1-9a95-a10edee76cd1" providerId="ADAL" clId="{9F83B4AC-BA95-4653-A3E6-6D26568A10CC}" dt="2022-03-21T16:07:34.318" v="25" actId="26606"/>
          <ac:spMkLst>
            <pc:docMk/>
            <pc:sldMk cId="0" sldId="258"/>
            <ac:spMk id="12291" creationId="{740CB2CB-6815-4348-A371-097A14EEAE45}"/>
          </ac:spMkLst>
        </pc:spChg>
        <pc:graphicFrameChg chg="add mod modGraphic">
          <ac:chgData name="CHIEW THIAM KIAN" userId="d6d21359-0a32-46c1-9a95-a10edee76cd1" providerId="ADAL" clId="{9F83B4AC-BA95-4653-A3E6-6D26568A10CC}" dt="2022-03-21T16:08:20.985" v="31" actId="14100"/>
          <ac:graphicFrameMkLst>
            <pc:docMk/>
            <pc:sldMk cId="0" sldId="258"/>
            <ac:graphicFrameMk id="12293" creationId="{524943E9-A4CB-C28B-E34A-687D81FCA968}"/>
          </ac:graphicFrameMkLst>
        </pc:graphicFrameChg>
      </pc:sldChg>
      <pc:sldChg chg="addSp modSp add mod setBg">
        <pc:chgData name="CHIEW THIAM KIAN" userId="d6d21359-0a32-46c1-9a95-a10edee76cd1" providerId="ADAL" clId="{9F83B4AC-BA95-4653-A3E6-6D26568A10CC}" dt="2023-03-30T16:05:32.486" v="247" actId="6549"/>
        <pc:sldMkLst>
          <pc:docMk/>
          <pc:sldMk cId="0" sldId="260"/>
        </pc:sldMkLst>
        <pc:spChg chg="add">
          <ac:chgData name="CHIEW THIAM KIAN" userId="d6d21359-0a32-46c1-9a95-a10edee76cd1" providerId="ADAL" clId="{9F83B4AC-BA95-4653-A3E6-6D26568A10CC}" dt="2022-03-22T06:44:43.848" v="192" actId="26606"/>
          <ac:spMkLst>
            <pc:docMk/>
            <pc:sldMk cId="0" sldId="260"/>
            <ac:spMk id="136" creationId="{77D7B666-D5E6-48CE-B26A-FB5E5C34AF90}"/>
          </ac:spMkLst>
        </pc:spChg>
        <pc:spChg chg="add">
          <ac:chgData name="CHIEW THIAM KIAN" userId="d6d21359-0a32-46c1-9a95-a10edee76cd1" providerId="ADAL" clId="{9F83B4AC-BA95-4653-A3E6-6D26568A10CC}" dt="2022-03-22T06:44:43.848" v="192" actId="26606"/>
          <ac:spMkLst>
            <pc:docMk/>
            <pc:sldMk cId="0" sldId="260"/>
            <ac:spMk id="138" creationId="{F6EE670A-A41A-44AD-BC1C-2090365EB5B3}"/>
          </ac:spMkLst>
        </pc:spChg>
        <pc:spChg chg="mod">
          <ac:chgData name="CHIEW THIAM KIAN" userId="d6d21359-0a32-46c1-9a95-a10edee76cd1" providerId="ADAL" clId="{9F83B4AC-BA95-4653-A3E6-6D26568A10CC}" dt="2022-03-22T06:44:43.848" v="192" actId="26606"/>
          <ac:spMkLst>
            <pc:docMk/>
            <pc:sldMk cId="0" sldId="260"/>
            <ac:spMk id="7170" creationId="{0EF7ED4B-2D76-49B6-9405-8970E87A4FAF}"/>
          </ac:spMkLst>
        </pc:spChg>
        <pc:spChg chg="mod">
          <ac:chgData name="CHIEW THIAM KIAN" userId="d6d21359-0a32-46c1-9a95-a10edee76cd1" providerId="ADAL" clId="{9F83B4AC-BA95-4653-A3E6-6D26568A10CC}" dt="2023-03-30T16:05:32.486" v="247" actId="6549"/>
          <ac:spMkLst>
            <pc:docMk/>
            <pc:sldMk cId="0" sldId="260"/>
            <ac:spMk id="47107" creationId="{9393C5E1-8118-4479-AB6F-B0CB7842AAD4}"/>
          </ac:spMkLst>
        </pc:spChg>
      </pc:sldChg>
      <pc:sldChg chg="addSp modSp mod setBg">
        <pc:chgData name="CHIEW THIAM KIAN" userId="d6d21359-0a32-46c1-9a95-a10edee76cd1" providerId="ADAL" clId="{9F83B4AC-BA95-4653-A3E6-6D26568A10CC}" dt="2022-03-22T06:12:39.260" v="52" actId="26606"/>
        <pc:sldMkLst>
          <pc:docMk/>
          <pc:sldMk cId="0" sldId="263"/>
        </pc:sldMkLst>
        <pc:spChg chg="add">
          <ac:chgData name="CHIEW THIAM KIAN" userId="d6d21359-0a32-46c1-9a95-a10edee76cd1" providerId="ADAL" clId="{9F83B4AC-BA95-4653-A3E6-6D26568A10CC}" dt="2022-03-22T06:12:39.260" v="52" actId="26606"/>
          <ac:spMkLst>
            <pc:docMk/>
            <pc:sldMk cId="0" sldId="263"/>
            <ac:spMk id="72" creationId="{77D7B666-D5E6-48CE-B26A-FB5E5C34AF90}"/>
          </ac:spMkLst>
        </pc:spChg>
        <pc:spChg chg="add">
          <ac:chgData name="CHIEW THIAM KIAN" userId="d6d21359-0a32-46c1-9a95-a10edee76cd1" providerId="ADAL" clId="{9F83B4AC-BA95-4653-A3E6-6D26568A10CC}" dt="2022-03-22T06:12:39.260" v="52" actId="26606"/>
          <ac:spMkLst>
            <pc:docMk/>
            <pc:sldMk cId="0" sldId="263"/>
            <ac:spMk id="74" creationId="{F6EE670A-A41A-44AD-BC1C-2090365EB5B3}"/>
          </ac:spMkLst>
        </pc:spChg>
        <pc:spChg chg="mod">
          <ac:chgData name="CHIEW THIAM KIAN" userId="d6d21359-0a32-46c1-9a95-a10edee76cd1" providerId="ADAL" clId="{9F83B4AC-BA95-4653-A3E6-6D26568A10CC}" dt="2022-03-22T06:12:39.260" v="52" actId="26606"/>
          <ac:spMkLst>
            <pc:docMk/>
            <pc:sldMk cId="0" sldId="263"/>
            <ac:spMk id="13314" creationId="{E1952185-ABB6-44E8-BF1F-9A4954721BEF}"/>
          </ac:spMkLst>
        </pc:spChg>
        <pc:spChg chg="mod">
          <ac:chgData name="CHIEW THIAM KIAN" userId="d6d21359-0a32-46c1-9a95-a10edee76cd1" providerId="ADAL" clId="{9F83B4AC-BA95-4653-A3E6-6D26568A10CC}" dt="2022-03-22T06:12:39.260" v="52" actId="26606"/>
          <ac:spMkLst>
            <pc:docMk/>
            <pc:sldMk cId="0" sldId="263"/>
            <ac:spMk id="13315" creationId="{D0109BEB-AE29-4C63-B5BF-F325F65C69A6}"/>
          </ac:spMkLst>
        </pc:spChg>
      </pc:sldChg>
      <pc:sldChg chg="addSp delSp modSp mod setBg">
        <pc:chgData name="CHIEW THIAM KIAN" userId="d6d21359-0a32-46c1-9a95-a10edee76cd1" providerId="ADAL" clId="{9F83B4AC-BA95-4653-A3E6-6D26568A10CC}" dt="2022-03-22T06:10:37.248" v="44" actId="26606"/>
        <pc:sldMkLst>
          <pc:docMk/>
          <pc:sldMk cId="0" sldId="264"/>
        </pc:sldMkLst>
        <pc:spChg chg="add">
          <ac:chgData name="CHIEW THIAM KIAN" userId="d6d21359-0a32-46c1-9a95-a10edee76cd1" providerId="ADAL" clId="{9F83B4AC-BA95-4653-A3E6-6D26568A10CC}" dt="2022-03-22T06:10:37.248" v="44" actId="26606"/>
          <ac:spMkLst>
            <pc:docMk/>
            <pc:sldMk cId="0" sldId="264"/>
            <ac:spMk id="137" creationId="{90AAC386-A18D-4525-AD1B-4D227ED34C84}"/>
          </ac:spMkLst>
        </pc:spChg>
        <pc:spChg chg="mod">
          <ac:chgData name="CHIEW THIAM KIAN" userId="d6d21359-0a32-46c1-9a95-a10edee76cd1" providerId="ADAL" clId="{9F83B4AC-BA95-4653-A3E6-6D26568A10CC}" dt="2022-03-22T06:10:37.248" v="44" actId="26606"/>
          <ac:spMkLst>
            <pc:docMk/>
            <pc:sldMk cId="0" sldId="264"/>
            <ac:spMk id="11266" creationId="{3591809E-0480-41A6-8A74-DF0EDB36A089}"/>
          </ac:spMkLst>
        </pc:spChg>
        <pc:spChg chg="del">
          <ac:chgData name="CHIEW THIAM KIAN" userId="d6d21359-0a32-46c1-9a95-a10edee76cd1" providerId="ADAL" clId="{9F83B4AC-BA95-4653-A3E6-6D26568A10CC}" dt="2022-03-22T06:10:37.248" v="44" actId="26606"/>
          <ac:spMkLst>
            <pc:docMk/>
            <pc:sldMk cId="0" sldId="264"/>
            <ac:spMk id="19459" creationId="{81672840-24E0-4DFF-A935-3BBC9C070C4E}"/>
          </ac:spMkLst>
        </pc:spChg>
        <pc:graphicFrameChg chg="add">
          <ac:chgData name="CHIEW THIAM KIAN" userId="d6d21359-0a32-46c1-9a95-a10edee76cd1" providerId="ADAL" clId="{9F83B4AC-BA95-4653-A3E6-6D26568A10CC}" dt="2022-03-22T06:10:37.248" v="44" actId="26606"/>
          <ac:graphicFrameMkLst>
            <pc:docMk/>
            <pc:sldMk cId="0" sldId="264"/>
            <ac:graphicFrameMk id="19461" creationId="{4F2FE049-4131-4692-0098-DB519D012C88}"/>
          </ac:graphicFrameMkLst>
        </pc:graphicFrameChg>
        <pc:cxnChg chg="add">
          <ac:chgData name="CHIEW THIAM KIAN" userId="d6d21359-0a32-46c1-9a95-a10edee76cd1" providerId="ADAL" clId="{9F83B4AC-BA95-4653-A3E6-6D26568A10CC}" dt="2022-03-22T06:10:37.248" v="44" actId="26606"/>
          <ac:cxnSpMkLst>
            <pc:docMk/>
            <pc:sldMk cId="0" sldId="264"/>
            <ac:cxnSpMk id="139" creationId="{C34C4AD0-FE94-4E84-ACA6-CC5BF1A11822}"/>
          </ac:cxnSpMkLst>
        </pc:cxnChg>
      </pc:sldChg>
      <pc:sldChg chg="addSp delSp modSp mod setBg">
        <pc:chgData name="CHIEW THIAM KIAN" userId="d6d21359-0a32-46c1-9a95-a10edee76cd1" providerId="ADAL" clId="{9F83B4AC-BA95-4653-A3E6-6D26568A10CC}" dt="2022-03-22T06:31:34.077" v="88" actId="1076"/>
        <pc:sldMkLst>
          <pc:docMk/>
          <pc:sldMk cId="0" sldId="265"/>
        </pc:sldMkLst>
        <pc:spChg chg="add del">
          <ac:chgData name="CHIEW THIAM KIAN" userId="d6d21359-0a32-46c1-9a95-a10edee76cd1" providerId="ADAL" clId="{9F83B4AC-BA95-4653-A3E6-6D26568A10CC}" dt="2022-03-22T06:30:43.512" v="79" actId="26606"/>
          <ac:spMkLst>
            <pc:docMk/>
            <pc:sldMk cId="0" sldId="265"/>
            <ac:spMk id="72" creationId="{CA4D39DB-AFA4-47BA-A7F2-13A71D210C66}"/>
          </ac:spMkLst>
        </pc:spChg>
        <pc:spChg chg="mod">
          <ac:chgData name="CHIEW THIAM KIAN" userId="d6d21359-0a32-46c1-9a95-a10edee76cd1" providerId="ADAL" clId="{9F83B4AC-BA95-4653-A3E6-6D26568A10CC}" dt="2022-03-22T06:31:08.268" v="86" actId="26606"/>
          <ac:spMkLst>
            <pc:docMk/>
            <pc:sldMk cId="0" sldId="265"/>
            <ac:spMk id="14338" creationId="{A5861005-6015-4F90-B57A-CE02B994A836}"/>
          </ac:spMkLst>
        </pc:spChg>
        <pc:spChg chg="mod">
          <ac:chgData name="CHIEW THIAM KIAN" userId="d6d21359-0a32-46c1-9a95-a10edee76cd1" providerId="ADAL" clId="{9F83B4AC-BA95-4653-A3E6-6D26568A10CC}" dt="2022-03-22T06:31:08.268" v="86" actId="26606"/>
          <ac:spMkLst>
            <pc:docMk/>
            <pc:sldMk cId="0" sldId="265"/>
            <ac:spMk id="14339" creationId="{49FD90AF-88B4-46E3-A3EF-CD1389A90F78}"/>
          </ac:spMkLst>
        </pc:spChg>
        <pc:spChg chg="add del">
          <ac:chgData name="CHIEW THIAM KIAN" userId="d6d21359-0a32-46c1-9a95-a10edee76cd1" providerId="ADAL" clId="{9F83B4AC-BA95-4653-A3E6-6D26568A10CC}" dt="2022-03-22T06:30:48.116" v="81" actId="26606"/>
          <ac:spMkLst>
            <pc:docMk/>
            <pc:sldMk cId="0" sldId="265"/>
            <ac:spMk id="14341" creationId="{CA4D39DB-AFA4-47BA-A7F2-13A71D210C66}"/>
          </ac:spMkLst>
        </pc:spChg>
        <pc:spChg chg="add del">
          <ac:chgData name="CHIEW THIAM KIAN" userId="d6d21359-0a32-46c1-9a95-a10edee76cd1" providerId="ADAL" clId="{9F83B4AC-BA95-4653-A3E6-6D26568A10CC}" dt="2022-03-22T06:31:08.250" v="85" actId="26606"/>
          <ac:spMkLst>
            <pc:docMk/>
            <pc:sldMk cId="0" sldId="265"/>
            <ac:spMk id="14342" creationId="{CA4D39DB-AFA4-47BA-A7F2-13A71D210C66}"/>
          </ac:spMkLst>
        </pc:spChg>
        <pc:graphicFrameChg chg="add mod modGraphic">
          <ac:chgData name="CHIEW THIAM KIAN" userId="d6d21359-0a32-46c1-9a95-a10edee76cd1" providerId="ADAL" clId="{9F83B4AC-BA95-4653-A3E6-6D26568A10CC}" dt="2022-03-22T06:31:34.077" v="88" actId="1076"/>
          <ac:graphicFrameMkLst>
            <pc:docMk/>
            <pc:sldMk cId="0" sldId="265"/>
            <ac:graphicFrameMk id="4" creationId="{98B388F0-F096-49D7-97F8-435D600AB376}"/>
          </ac:graphicFrameMkLst>
        </pc:graphicFrameChg>
      </pc:sldChg>
      <pc:sldChg chg="addSp modSp mod setBg">
        <pc:chgData name="CHIEW THIAM KIAN" userId="d6d21359-0a32-46c1-9a95-a10edee76cd1" providerId="ADAL" clId="{9F83B4AC-BA95-4653-A3E6-6D26568A10CC}" dt="2022-03-21T16:03:20.038" v="3" actId="26606"/>
        <pc:sldMkLst>
          <pc:docMk/>
          <pc:sldMk cId="0" sldId="270"/>
        </pc:sldMkLst>
        <pc:spChg chg="add">
          <ac:chgData name="CHIEW THIAM KIAN" userId="d6d21359-0a32-46c1-9a95-a10edee76cd1" providerId="ADAL" clId="{9F83B4AC-BA95-4653-A3E6-6D26568A10CC}" dt="2022-03-21T16:03:20.038" v="3" actId="26606"/>
          <ac:spMkLst>
            <pc:docMk/>
            <pc:sldMk cId="0" sldId="270"/>
            <ac:spMk id="136" creationId="{77D7B666-D5E6-48CE-B26A-FB5E5C34AF90}"/>
          </ac:spMkLst>
        </pc:spChg>
        <pc:spChg chg="add">
          <ac:chgData name="CHIEW THIAM KIAN" userId="d6d21359-0a32-46c1-9a95-a10edee76cd1" providerId="ADAL" clId="{9F83B4AC-BA95-4653-A3E6-6D26568A10CC}" dt="2022-03-21T16:03:20.038" v="3" actId="26606"/>
          <ac:spMkLst>
            <pc:docMk/>
            <pc:sldMk cId="0" sldId="270"/>
            <ac:spMk id="138" creationId="{F6EE670A-A41A-44AD-BC1C-2090365EB5B3}"/>
          </ac:spMkLst>
        </pc:spChg>
        <pc:spChg chg="mod">
          <ac:chgData name="CHIEW THIAM KIAN" userId="d6d21359-0a32-46c1-9a95-a10edee76cd1" providerId="ADAL" clId="{9F83B4AC-BA95-4653-A3E6-6D26568A10CC}" dt="2022-03-21T16:03:20.038" v="3" actId="26606"/>
          <ac:spMkLst>
            <pc:docMk/>
            <pc:sldMk cId="0" sldId="270"/>
            <ac:spMk id="4098" creationId="{1F9F4B0C-3EC4-453C-810D-E8A3274A3C37}"/>
          </ac:spMkLst>
        </pc:spChg>
        <pc:spChg chg="mod">
          <ac:chgData name="CHIEW THIAM KIAN" userId="d6d21359-0a32-46c1-9a95-a10edee76cd1" providerId="ADAL" clId="{9F83B4AC-BA95-4653-A3E6-6D26568A10CC}" dt="2022-03-21T16:03:20.038" v="3" actId="26606"/>
          <ac:spMkLst>
            <pc:docMk/>
            <pc:sldMk cId="0" sldId="270"/>
            <ac:spMk id="9219" creationId="{01348688-6582-484F-8F37-5233591E3083}"/>
          </ac:spMkLst>
        </pc:spChg>
      </pc:sldChg>
      <pc:sldChg chg="addSp delSp modSp mod setBg">
        <pc:chgData name="CHIEW THIAM KIAN" userId="d6d21359-0a32-46c1-9a95-a10edee76cd1" providerId="ADAL" clId="{9F83B4AC-BA95-4653-A3E6-6D26568A10CC}" dt="2022-03-21T16:09:13.439" v="34" actId="26606"/>
        <pc:sldMkLst>
          <pc:docMk/>
          <pc:sldMk cId="0" sldId="271"/>
        </pc:sldMkLst>
        <pc:spChg chg="add">
          <ac:chgData name="CHIEW THIAM KIAN" userId="d6d21359-0a32-46c1-9a95-a10edee76cd1" providerId="ADAL" clId="{9F83B4AC-BA95-4653-A3E6-6D26568A10CC}" dt="2022-03-21T16:09:13.439" v="34" actId="26606"/>
          <ac:spMkLst>
            <pc:docMk/>
            <pc:sldMk cId="0" sldId="271"/>
            <ac:spMk id="137" creationId="{90AAC386-A18D-4525-AD1B-4D227ED34C84}"/>
          </ac:spMkLst>
        </pc:spChg>
        <pc:spChg chg="mod">
          <ac:chgData name="CHIEW THIAM KIAN" userId="d6d21359-0a32-46c1-9a95-a10edee76cd1" providerId="ADAL" clId="{9F83B4AC-BA95-4653-A3E6-6D26568A10CC}" dt="2022-03-21T16:09:13.439" v="34" actId="26606"/>
          <ac:spMkLst>
            <pc:docMk/>
            <pc:sldMk cId="0" sldId="271"/>
            <ac:spMk id="6146" creationId="{E4579268-2828-4E22-8F87-7DE8FE24898B}"/>
          </ac:spMkLst>
        </pc:spChg>
        <pc:spChg chg="del mod">
          <ac:chgData name="CHIEW THIAM KIAN" userId="d6d21359-0a32-46c1-9a95-a10edee76cd1" providerId="ADAL" clId="{9F83B4AC-BA95-4653-A3E6-6D26568A10CC}" dt="2022-03-21T16:09:13.439" v="34" actId="26606"/>
          <ac:spMkLst>
            <pc:docMk/>
            <pc:sldMk cId="0" sldId="271"/>
            <ac:spMk id="13315" creationId="{575392F0-3922-4068-A8E2-54DA0DA31387}"/>
          </ac:spMkLst>
        </pc:spChg>
        <pc:graphicFrameChg chg="add">
          <ac:chgData name="CHIEW THIAM KIAN" userId="d6d21359-0a32-46c1-9a95-a10edee76cd1" providerId="ADAL" clId="{9F83B4AC-BA95-4653-A3E6-6D26568A10CC}" dt="2022-03-21T16:09:13.439" v="34" actId="26606"/>
          <ac:graphicFrameMkLst>
            <pc:docMk/>
            <pc:sldMk cId="0" sldId="271"/>
            <ac:graphicFrameMk id="13319" creationId="{AF6B492F-30F7-36A1-C50E-0056DCBF6D66}"/>
          </ac:graphicFrameMkLst>
        </pc:graphicFrameChg>
        <pc:picChg chg="add del">
          <ac:chgData name="CHIEW THIAM KIAN" userId="d6d21359-0a32-46c1-9a95-a10edee76cd1" providerId="ADAL" clId="{9F83B4AC-BA95-4653-A3E6-6D26568A10CC}" dt="2022-03-21T16:09:13.401" v="33" actId="26606"/>
          <ac:picMkLst>
            <pc:docMk/>
            <pc:sldMk cId="0" sldId="271"/>
            <ac:picMk id="13317" creationId="{9AE2803C-B573-6743-DA3C-B383010258C3}"/>
          </ac:picMkLst>
        </pc:picChg>
        <pc:cxnChg chg="add">
          <ac:chgData name="CHIEW THIAM KIAN" userId="d6d21359-0a32-46c1-9a95-a10edee76cd1" providerId="ADAL" clId="{9F83B4AC-BA95-4653-A3E6-6D26568A10CC}" dt="2022-03-21T16:09:13.439" v="34" actId="26606"/>
          <ac:cxnSpMkLst>
            <pc:docMk/>
            <pc:sldMk cId="0" sldId="271"/>
            <ac:cxnSpMk id="139" creationId="{C34C4AD0-FE94-4E84-ACA6-CC5BF1A11822}"/>
          </ac:cxnSpMkLst>
        </pc:cxnChg>
      </pc:sldChg>
      <pc:sldChg chg="addSp delSp mod">
        <pc:chgData name="CHIEW THIAM KIAN" userId="d6d21359-0a32-46c1-9a95-a10edee76cd1" providerId="ADAL" clId="{9F83B4AC-BA95-4653-A3E6-6D26568A10CC}" dt="2022-03-22T06:02:09.090" v="38" actId="26606"/>
        <pc:sldMkLst>
          <pc:docMk/>
          <pc:sldMk cId="0" sldId="272"/>
        </pc:sldMkLst>
        <pc:spChg chg="del">
          <ac:chgData name="CHIEW THIAM KIAN" userId="d6d21359-0a32-46c1-9a95-a10edee76cd1" providerId="ADAL" clId="{9F83B4AC-BA95-4653-A3E6-6D26568A10CC}" dt="2022-03-22T06:02:09.090" v="38" actId="26606"/>
          <ac:spMkLst>
            <pc:docMk/>
            <pc:sldMk cId="0" sldId="272"/>
            <ac:spMk id="14339" creationId="{5BD371A7-489C-4810-883D-E7A8568AB038}"/>
          </ac:spMkLst>
        </pc:spChg>
        <pc:graphicFrameChg chg="add">
          <ac:chgData name="CHIEW THIAM KIAN" userId="d6d21359-0a32-46c1-9a95-a10edee76cd1" providerId="ADAL" clId="{9F83B4AC-BA95-4653-A3E6-6D26568A10CC}" dt="2022-03-22T06:02:09.090" v="38" actId="26606"/>
          <ac:graphicFrameMkLst>
            <pc:docMk/>
            <pc:sldMk cId="0" sldId="272"/>
            <ac:graphicFrameMk id="14341" creationId="{F1565874-2433-8558-EFAD-27773BF195B6}"/>
          </ac:graphicFrameMkLst>
        </pc:graphicFrameChg>
      </pc:sldChg>
      <pc:sldChg chg="addSp delSp modSp mod setBg">
        <pc:chgData name="CHIEW THIAM KIAN" userId="d6d21359-0a32-46c1-9a95-a10edee76cd1" providerId="ADAL" clId="{9F83B4AC-BA95-4653-A3E6-6D26568A10CC}" dt="2022-03-22T06:02:45.714" v="39" actId="26606"/>
        <pc:sldMkLst>
          <pc:docMk/>
          <pc:sldMk cId="0" sldId="273"/>
        </pc:sldMkLst>
        <pc:spChg chg="add">
          <ac:chgData name="CHIEW THIAM KIAN" userId="d6d21359-0a32-46c1-9a95-a10edee76cd1" providerId="ADAL" clId="{9F83B4AC-BA95-4653-A3E6-6D26568A10CC}" dt="2022-03-22T06:02:45.714" v="39" actId="26606"/>
          <ac:spMkLst>
            <pc:docMk/>
            <pc:sldMk cId="0" sldId="273"/>
            <ac:spMk id="137" creationId="{F7422F06-6017-4361-8872-E0E2CEB20B48}"/>
          </ac:spMkLst>
        </pc:spChg>
        <pc:spChg chg="mod">
          <ac:chgData name="CHIEW THIAM KIAN" userId="d6d21359-0a32-46c1-9a95-a10edee76cd1" providerId="ADAL" clId="{9F83B4AC-BA95-4653-A3E6-6D26568A10CC}" dt="2022-03-22T06:02:45.714" v="39" actId="26606"/>
          <ac:spMkLst>
            <pc:docMk/>
            <pc:sldMk cId="0" sldId="273"/>
            <ac:spMk id="8194" creationId="{F1B098E5-B279-42EF-B67C-D3206F25D4EB}"/>
          </ac:spMkLst>
        </pc:spChg>
        <pc:spChg chg="del">
          <ac:chgData name="CHIEW THIAM KIAN" userId="d6d21359-0a32-46c1-9a95-a10edee76cd1" providerId="ADAL" clId="{9F83B4AC-BA95-4653-A3E6-6D26568A10CC}" dt="2022-03-22T06:02:45.714" v="39" actId="26606"/>
          <ac:spMkLst>
            <pc:docMk/>
            <pc:sldMk cId="0" sldId="273"/>
            <ac:spMk id="15363" creationId="{C4E06E07-D408-41CB-9F8D-54F76E235FC5}"/>
          </ac:spMkLst>
        </pc:spChg>
        <pc:graphicFrameChg chg="add">
          <ac:chgData name="CHIEW THIAM KIAN" userId="d6d21359-0a32-46c1-9a95-a10edee76cd1" providerId="ADAL" clId="{9F83B4AC-BA95-4653-A3E6-6D26568A10CC}" dt="2022-03-22T06:02:45.714" v="39" actId="26606"/>
          <ac:graphicFrameMkLst>
            <pc:docMk/>
            <pc:sldMk cId="0" sldId="273"/>
            <ac:graphicFrameMk id="15365" creationId="{D2ADCF63-A648-F157-D5D2-D52168C503A8}"/>
          </ac:graphicFrameMkLst>
        </pc:graphicFrameChg>
      </pc:sldChg>
      <pc:sldChg chg="addSp delSp modSp mod setBg">
        <pc:chgData name="CHIEW THIAM KIAN" userId="d6d21359-0a32-46c1-9a95-a10edee76cd1" providerId="ADAL" clId="{9F83B4AC-BA95-4653-A3E6-6D26568A10CC}" dt="2022-03-22T06:05:41.696" v="42" actId="26606"/>
        <pc:sldMkLst>
          <pc:docMk/>
          <pc:sldMk cId="0" sldId="275"/>
        </pc:sldMkLst>
        <pc:spChg chg="add del">
          <ac:chgData name="CHIEW THIAM KIAN" userId="d6d21359-0a32-46c1-9a95-a10edee76cd1" providerId="ADAL" clId="{9F83B4AC-BA95-4653-A3E6-6D26568A10CC}" dt="2022-03-22T06:05:41.669" v="41" actId="26606"/>
          <ac:spMkLst>
            <pc:docMk/>
            <pc:sldMk cId="0" sldId="275"/>
            <ac:spMk id="137" creationId="{F7422F06-6017-4361-8872-E0E2CEB20B48}"/>
          </ac:spMkLst>
        </pc:spChg>
        <pc:spChg chg="mod">
          <ac:chgData name="CHIEW THIAM KIAN" userId="d6d21359-0a32-46c1-9a95-a10edee76cd1" providerId="ADAL" clId="{9F83B4AC-BA95-4653-A3E6-6D26568A10CC}" dt="2022-03-22T06:05:41.696" v="42" actId="26606"/>
          <ac:spMkLst>
            <pc:docMk/>
            <pc:sldMk cId="0" sldId="275"/>
            <ac:spMk id="8194" creationId="{EBA1A51B-CDF3-441F-925D-1D0883499D9A}"/>
          </ac:spMkLst>
        </pc:spChg>
        <pc:spChg chg="add del">
          <ac:chgData name="CHIEW THIAM KIAN" userId="d6d21359-0a32-46c1-9a95-a10edee76cd1" providerId="ADAL" clId="{9F83B4AC-BA95-4653-A3E6-6D26568A10CC}" dt="2022-03-22T06:05:41.696" v="42" actId="26606"/>
          <ac:spMkLst>
            <pc:docMk/>
            <pc:sldMk cId="0" sldId="275"/>
            <ac:spMk id="16387" creationId="{3B30CFEC-A090-46D4-BD31-7BB77BC72B4C}"/>
          </ac:spMkLst>
        </pc:spChg>
        <pc:spChg chg="add">
          <ac:chgData name="CHIEW THIAM KIAN" userId="d6d21359-0a32-46c1-9a95-a10edee76cd1" providerId="ADAL" clId="{9F83B4AC-BA95-4653-A3E6-6D26568A10CC}" dt="2022-03-22T06:05:41.696" v="42" actId="26606"/>
          <ac:spMkLst>
            <pc:docMk/>
            <pc:sldMk cId="0" sldId="275"/>
            <ac:spMk id="16391" creationId="{F7422F06-6017-4361-8872-E0E2CEB20B48}"/>
          </ac:spMkLst>
        </pc:spChg>
        <pc:graphicFrameChg chg="add del">
          <ac:chgData name="CHIEW THIAM KIAN" userId="d6d21359-0a32-46c1-9a95-a10edee76cd1" providerId="ADAL" clId="{9F83B4AC-BA95-4653-A3E6-6D26568A10CC}" dt="2022-03-22T06:05:41.669" v="41" actId="26606"/>
          <ac:graphicFrameMkLst>
            <pc:docMk/>
            <pc:sldMk cId="0" sldId="275"/>
            <ac:graphicFrameMk id="16389" creationId="{FC4A3216-7157-4CCF-5DD8-0C78518FD7A7}"/>
          </ac:graphicFrameMkLst>
        </pc:graphicFrameChg>
        <pc:graphicFrameChg chg="add">
          <ac:chgData name="CHIEW THIAM KIAN" userId="d6d21359-0a32-46c1-9a95-a10edee76cd1" providerId="ADAL" clId="{9F83B4AC-BA95-4653-A3E6-6D26568A10CC}" dt="2022-03-22T06:05:41.696" v="42" actId="26606"/>
          <ac:graphicFrameMkLst>
            <pc:docMk/>
            <pc:sldMk cId="0" sldId="275"/>
            <ac:graphicFrameMk id="16392" creationId="{12F82566-FA89-C978-4868-83B2F2BB58A6}"/>
          </ac:graphicFrameMkLst>
        </pc:graphicFrameChg>
      </pc:sldChg>
      <pc:sldChg chg="modSp mod setBg">
        <pc:chgData name="CHIEW THIAM KIAN" userId="d6d21359-0a32-46c1-9a95-a10edee76cd1" providerId="ADAL" clId="{9F83B4AC-BA95-4653-A3E6-6D26568A10CC}" dt="2022-03-22T06:10:18.745" v="43" actId="26606"/>
        <pc:sldMkLst>
          <pc:docMk/>
          <pc:sldMk cId="0" sldId="276"/>
        </pc:sldMkLst>
        <pc:spChg chg="mod">
          <ac:chgData name="CHIEW THIAM KIAN" userId="d6d21359-0a32-46c1-9a95-a10edee76cd1" providerId="ADAL" clId="{9F83B4AC-BA95-4653-A3E6-6D26568A10CC}" dt="2022-03-22T06:10:18.745" v="43" actId="26606"/>
          <ac:spMkLst>
            <pc:docMk/>
            <pc:sldMk cId="0" sldId="276"/>
            <ac:spMk id="10242" creationId="{740CFEA9-05D7-42DF-B035-FEE7F38EA5FB}"/>
          </ac:spMkLst>
        </pc:spChg>
        <pc:spChg chg="mod">
          <ac:chgData name="CHIEW THIAM KIAN" userId="d6d21359-0a32-46c1-9a95-a10edee76cd1" providerId="ADAL" clId="{9F83B4AC-BA95-4653-A3E6-6D26568A10CC}" dt="2022-03-22T06:10:18.745" v="43" actId="26606"/>
          <ac:spMkLst>
            <pc:docMk/>
            <pc:sldMk cId="0" sldId="276"/>
            <ac:spMk id="18435" creationId="{AF027888-28B4-45E2-AEAD-F454323937BE}"/>
          </ac:spMkLst>
        </pc:spChg>
        <pc:picChg chg="mod">
          <ac:chgData name="CHIEW THIAM KIAN" userId="d6d21359-0a32-46c1-9a95-a10edee76cd1" providerId="ADAL" clId="{9F83B4AC-BA95-4653-A3E6-6D26568A10CC}" dt="2022-03-22T06:10:18.745" v="43" actId="26606"/>
          <ac:picMkLst>
            <pc:docMk/>
            <pc:sldMk cId="0" sldId="276"/>
            <ac:picMk id="18436" creationId="{D8F356F8-1FA6-4D85-8205-07E02C534F26}"/>
          </ac:picMkLst>
        </pc:picChg>
      </pc:sldChg>
      <pc:sldChg chg="addSp delSp modSp mod setBg">
        <pc:chgData name="CHIEW THIAM KIAN" userId="d6d21359-0a32-46c1-9a95-a10edee76cd1" providerId="ADAL" clId="{9F83B4AC-BA95-4653-A3E6-6D26568A10CC}" dt="2022-03-22T06:11:39.409" v="51" actId="26606"/>
        <pc:sldMkLst>
          <pc:docMk/>
          <pc:sldMk cId="0" sldId="277"/>
        </pc:sldMkLst>
        <pc:spChg chg="add del">
          <ac:chgData name="CHIEW THIAM KIAN" userId="d6d21359-0a32-46c1-9a95-a10edee76cd1" providerId="ADAL" clId="{9F83B4AC-BA95-4653-A3E6-6D26568A10CC}" dt="2022-03-22T06:11:35.597" v="48" actId="26606"/>
          <ac:spMkLst>
            <pc:docMk/>
            <pc:sldMk cId="0" sldId="277"/>
            <ac:spMk id="136" creationId="{77D7B666-D5E6-48CE-B26A-FB5E5C34AF90}"/>
          </ac:spMkLst>
        </pc:spChg>
        <pc:spChg chg="add del">
          <ac:chgData name="CHIEW THIAM KIAN" userId="d6d21359-0a32-46c1-9a95-a10edee76cd1" providerId="ADAL" clId="{9F83B4AC-BA95-4653-A3E6-6D26568A10CC}" dt="2022-03-22T06:11:24.066" v="46" actId="26606"/>
          <ac:spMkLst>
            <pc:docMk/>
            <pc:sldMk cId="0" sldId="277"/>
            <ac:spMk id="137" creationId="{6109556B-EAE9-4435-B409-0519F2CBDB14}"/>
          </ac:spMkLst>
        </pc:spChg>
        <pc:spChg chg="add del">
          <ac:chgData name="CHIEW THIAM KIAN" userId="d6d21359-0a32-46c1-9a95-a10edee76cd1" providerId="ADAL" clId="{9F83B4AC-BA95-4653-A3E6-6D26568A10CC}" dt="2022-03-22T06:11:35.597" v="48" actId="26606"/>
          <ac:spMkLst>
            <pc:docMk/>
            <pc:sldMk cId="0" sldId="277"/>
            <ac:spMk id="138" creationId="{F6EE670A-A41A-44AD-BC1C-2090365EB5B3}"/>
          </ac:spMkLst>
        </pc:spChg>
        <pc:spChg chg="mod">
          <ac:chgData name="CHIEW THIAM KIAN" userId="d6d21359-0a32-46c1-9a95-a10edee76cd1" providerId="ADAL" clId="{9F83B4AC-BA95-4653-A3E6-6D26568A10CC}" dt="2022-03-22T06:11:39.409" v="51" actId="26606"/>
          <ac:spMkLst>
            <pc:docMk/>
            <pc:sldMk cId="0" sldId="277"/>
            <ac:spMk id="11266" creationId="{A8DC7BD2-642E-47E0-8A5C-CF85784AE597}"/>
          </ac:spMkLst>
        </pc:spChg>
        <pc:spChg chg="mod">
          <ac:chgData name="CHIEW THIAM KIAN" userId="d6d21359-0a32-46c1-9a95-a10edee76cd1" providerId="ADAL" clId="{9F83B4AC-BA95-4653-A3E6-6D26568A10CC}" dt="2022-03-22T06:11:39.409" v="51" actId="26606"/>
          <ac:spMkLst>
            <pc:docMk/>
            <pc:sldMk cId="0" sldId="277"/>
            <ac:spMk id="20483" creationId="{F7CA53EC-1602-4D3E-91F9-CBFD26956AB1}"/>
          </ac:spMkLst>
        </pc:spChg>
        <pc:spChg chg="add del">
          <ac:chgData name="CHIEW THIAM KIAN" userId="d6d21359-0a32-46c1-9a95-a10edee76cd1" providerId="ADAL" clId="{9F83B4AC-BA95-4653-A3E6-6D26568A10CC}" dt="2022-03-22T06:11:39.396" v="50" actId="26606"/>
          <ac:spMkLst>
            <pc:docMk/>
            <pc:sldMk cId="0" sldId="277"/>
            <ac:spMk id="20486" creationId="{39E4C68A-A4A9-48A4-9FF2-D2896B1EA01F}"/>
          </ac:spMkLst>
        </pc:spChg>
        <pc:spChg chg="add del">
          <ac:chgData name="CHIEW THIAM KIAN" userId="d6d21359-0a32-46c1-9a95-a10edee76cd1" providerId="ADAL" clId="{9F83B4AC-BA95-4653-A3E6-6D26568A10CC}" dt="2022-03-22T06:11:39.396" v="50" actId="26606"/>
          <ac:spMkLst>
            <pc:docMk/>
            <pc:sldMk cId="0" sldId="277"/>
            <ac:spMk id="20487" creationId="{E2B9AEA5-52CB-49A6-AF8A-33502F291B91}"/>
          </ac:spMkLst>
        </pc:spChg>
        <pc:spChg chg="add">
          <ac:chgData name="CHIEW THIAM KIAN" userId="d6d21359-0a32-46c1-9a95-a10edee76cd1" providerId="ADAL" clId="{9F83B4AC-BA95-4653-A3E6-6D26568A10CC}" dt="2022-03-22T06:11:39.409" v="51" actId="26606"/>
          <ac:spMkLst>
            <pc:docMk/>
            <pc:sldMk cId="0" sldId="277"/>
            <ac:spMk id="20489" creationId="{77D7B666-D5E6-48CE-B26A-FB5E5C34AF90}"/>
          </ac:spMkLst>
        </pc:spChg>
        <pc:spChg chg="add">
          <ac:chgData name="CHIEW THIAM KIAN" userId="d6d21359-0a32-46c1-9a95-a10edee76cd1" providerId="ADAL" clId="{9F83B4AC-BA95-4653-A3E6-6D26568A10CC}" dt="2022-03-22T06:11:39.409" v="51" actId="26606"/>
          <ac:spMkLst>
            <pc:docMk/>
            <pc:sldMk cId="0" sldId="277"/>
            <ac:spMk id="20490" creationId="{F6EE670A-A41A-44AD-BC1C-2090365EB5B3}"/>
          </ac:spMkLst>
        </pc:spChg>
        <pc:picChg chg="add del">
          <ac:chgData name="CHIEW THIAM KIAN" userId="d6d21359-0a32-46c1-9a95-a10edee76cd1" providerId="ADAL" clId="{9F83B4AC-BA95-4653-A3E6-6D26568A10CC}" dt="2022-03-22T06:11:24.066" v="46" actId="26606"/>
          <ac:picMkLst>
            <pc:docMk/>
            <pc:sldMk cId="0" sldId="277"/>
            <ac:picMk id="20485" creationId="{CB5793EC-EE24-8E97-6165-E1FAE3690E2C}"/>
          </ac:picMkLst>
        </pc:picChg>
        <pc:cxnChg chg="add del">
          <ac:chgData name="CHIEW THIAM KIAN" userId="d6d21359-0a32-46c1-9a95-a10edee76cd1" providerId="ADAL" clId="{9F83B4AC-BA95-4653-A3E6-6D26568A10CC}" dt="2022-03-22T06:11:24.066" v="46" actId="26606"/>
          <ac:cxnSpMkLst>
            <pc:docMk/>
            <pc:sldMk cId="0" sldId="277"/>
            <ac:cxnSpMk id="139" creationId="{5814CCBE-423E-41B2-A9F3-82679F490EF4}"/>
          </ac:cxnSpMkLst>
        </pc:cxnChg>
      </pc:sldChg>
      <pc:sldChg chg="addSp modSp mod setBg">
        <pc:chgData name="CHIEW THIAM KIAN" userId="d6d21359-0a32-46c1-9a95-a10edee76cd1" providerId="ADAL" clId="{9F83B4AC-BA95-4653-A3E6-6D26568A10CC}" dt="2022-03-22T06:23:06.084" v="53" actId="26606"/>
        <pc:sldMkLst>
          <pc:docMk/>
          <pc:sldMk cId="0" sldId="278"/>
        </pc:sldMkLst>
        <pc:spChg chg="mod">
          <ac:chgData name="CHIEW THIAM KIAN" userId="d6d21359-0a32-46c1-9a95-a10edee76cd1" providerId="ADAL" clId="{9F83B4AC-BA95-4653-A3E6-6D26568A10CC}" dt="2022-03-22T06:23:06.084" v="53" actId="26606"/>
          <ac:spMkLst>
            <pc:docMk/>
            <pc:sldMk cId="0" sldId="278"/>
            <ac:spMk id="2" creationId="{20DE0D9F-B70E-4DC7-B474-D1912C3DFD12}"/>
          </ac:spMkLst>
        </pc:spChg>
        <pc:spChg chg="add">
          <ac:chgData name="CHIEW THIAM KIAN" userId="d6d21359-0a32-46c1-9a95-a10edee76cd1" providerId="ADAL" clId="{9F83B4AC-BA95-4653-A3E6-6D26568A10CC}" dt="2022-03-22T06:23:06.084" v="53" actId="26606"/>
          <ac:spMkLst>
            <pc:docMk/>
            <pc:sldMk cId="0" sldId="278"/>
            <ac:spMk id="72" creationId="{77D7B666-D5E6-48CE-B26A-FB5E5C34AF90}"/>
          </ac:spMkLst>
        </pc:spChg>
        <pc:spChg chg="add">
          <ac:chgData name="CHIEW THIAM KIAN" userId="d6d21359-0a32-46c1-9a95-a10edee76cd1" providerId="ADAL" clId="{9F83B4AC-BA95-4653-A3E6-6D26568A10CC}" dt="2022-03-22T06:23:06.084" v="53" actId="26606"/>
          <ac:spMkLst>
            <pc:docMk/>
            <pc:sldMk cId="0" sldId="278"/>
            <ac:spMk id="74" creationId="{F6EE670A-A41A-44AD-BC1C-2090365EB5B3}"/>
          </ac:spMkLst>
        </pc:spChg>
        <pc:spChg chg="mod">
          <ac:chgData name="CHIEW THIAM KIAN" userId="d6d21359-0a32-46c1-9a95-a10edee76cd1" providerId="ADAL" clId="{9F83B4AC-BA95-4653-A3E6-6D26568A10CC}" dt="2022-03-22T06:23:06.084" v="53" actId="26606"/>
          <ac:spMkLst>
            <pc:docMk/>
            <pc:sldMk cId="0" sldId="278"/>
            <ac:spMk id="22531" creationId="{4E7FF308-E741-494F-9A7F-EF9EC479DF11}"/>
          </ac:spMkLst>
        </pc:spChg>
      </pc:sldChg>
      <pc:sldChg chg="addSp delSp modSp mod setBg">
        <pc:chgData name="CHIEW THIAM KIAN" userId="d6d21359-0a32-46c1-9a95-a10edee76cd1" providerId="ADAL" clId="{9F83B4AC-BA95-4653-A3E6-6D26568A10CC}" dt="2022-03-22T06:24:33.620" v="57" actId="403"/>
        <pc:sldMkLst>
          <pc:docMk/>
          <pc:sldMk cId="0" sldId="279"/>
        </pc:sldMkLst>
        <pc:spChg chg="mod">
          <ac:chgData name="CHIEW THIAM KIAN" userId="d6d21359-0a32-46c1-9a95-a10edee76cd1" providerId="ADAL" clId="{9F83B4AC-BA95-4653-A3E6-6D26568A10CC}" dt="2022-03-22T06:24:21.484" v="56" actId="26606"/>
          <ac:spMkLst>
            <pc:docMk/>
            <pc:sldMk cId="0" sldId="279"/>
            <ac:spMk id="2" creationId="{CEE1EDAA-CDF0-4D53-8FF7-65651AA75910}"/>
          </ac:spMkLst>
        </pc:spChg>
        <pc:spChg chg="add">
          <ac:chgData name="CHIEW THIAM KIAN" userId="d6d21359-0a32-46c1-9a95-a10edee76cd1" providerId="ADAL" clId="{9F83B4AC-BA95-4653-A3E6-6D26568A10CC}" dt="2022-03-22T06:24:21.484" v="56" actId="26606"/>
          <ac:spMkLst>
            <pc:docMk/>
            <pc:sldMk cId="0" sldId="279"/>
            <ac:spMk id="72" creationId="{77D7B666-D5E6-48CE-B26A-FB5E5C34AF90}"/>
          </ac:spMkLst>
        </pc:spChg>
        <pc:spChg chg="add del">
          <ac:chgData name="CHIEW THIAM KIAN" userId="d6d21359-0a32-46c1-9a95-a10edee76cd1" providerId="ADAL" clId="{9F83B4AC-BA95-4653-A3E6-6D26568A10CC}" dt="2022-03-22T06:24:21.471" v="55" actId="26606"/>
          <ac:spMkLst>
            <pc:docMk/>
            <pc:sldMk cId="0" sldId="279"/>
            <ac:spMk id="73" creationId="{90AAC386-A18D-4525-AD1B-4D227ED34C84}"/>
          </ac:spMkLst>
        </pc:spChg>
        <pc:spChg chg="add">
          <ac:chgData name="CHIEW THIAM KIAN" userId="d6d21359-0a32-46c1-9a95-a10edee76cd1" providerId="ADAL" clId="{9F83B4AC-BA95-4653-A3E6-6D26568A10CC}" dt="2022-03-22T06:24:21.484" v="56" actId="26606"/>
          <ac:spMkLst>
            <pc:docMk/>
            <pc:sldMk cId="0" sldId="279"/>
            <ac:spMk id="74" creationId="{F6EE670A-A41A-44AD-BC1C-2090365EB5B3}"/>
          </ac:spMkLst>
        </pc:spChg>
        <pc:spChg chg="add del">
          <ac:chgData name="CHIEW THIAM KIAN" userId="d6d21359-0a32-46c1-9a95-a10edee76cd1" providerId="ADAL" clId="{9F83B4AC-BA95-4653-A3E6-6D26568A10CC}" dt="2022-03-22T06:24:21.484" v="56" actId="26606"/>
          <ac:spMkLst>
            <pc:docMk/>
            <pc:sldMk cId="0" sldId="279"/>
            <ac:spMk id="23555" creationId="{0534D00C-3F65-4FEE-8818-F6BFD3C5504B}"/>
          </ac:spMkLst>
        </pc:spChg>
        <pc:spChg chg="add mod">
          <ac:chgData name="CHIEW THIAM KIAN" userId="d6d21359-0a32-46c1-9a95-a10edee76cd1" providerId="ADAL" clId="{9F83B4AC-BA95-4653-A3E6-6D26568A10CC}" dt="2022-03-22T06:24:33.620" v="57" actId="403"/>
          <ac:spMkLst>
            <pc:docMk/>
            <pc:sldMk cId="0" sldId="279"/>
            <ac:spMk id="23559" creationId="{0534D00C-3F65-4FEE-8818-F6BFD3C5504B}"/>
          </ac:spMkLst>
        </pc:spChg>
        <pc:graphicFrameChg chg="add del">
          <ac:chgData name="CHIEW THIAM KIAN" userId="d6d21359-0a32-46c1-9a95-a10edee76cd1" providerId="ADAL" clId="{9F83B4AC-BA95-4653-A3E6-6D26568A10CC}" dt="2022-03-22T06:24:21.471" v="55" actId="26606"/>
          <ac:graphicFrameMkLst>
            <pc:docMk/>
            <pc:sldMk cId="0" sldId="279"/>
            <ac:graphicFrameMk id="23557" creationId="{875C06D1-3123-6989-8FD4-968767684D72}"/>
          </ac:graphicFrameMkLst>
        </pc:graphicFrameChg>
        <pc:cxnChg chg="add del">
          <ac:chgData name="CHIEW THIAM KIAN" userId="d6d21359-0a32-46c1-9a95-a10edee76cd1" providerId="ADAL" clId="{9F83B4AC-BA95-4653-A3E6-6D26568A10CC}" dt="2022-03-22T06:24:21.471" v="55" actId="26606"/>
          <ac:cxnSpMkLst>
            <pc:docMk/>
            <pc:sldMk cId="0" sldId="279"/>
            <ac:cxnSpMk id="75" creationId="{C34C4AD0-FE94-4E84-ACA6-CC5BF1A11822}"/>
          </ac:cxnSpMkLst>
        </pc:cxnChg>
      </pc:sldChg>
      <pc:sldChg chg="addSp modSp mod setBg">
        <pc:chgData name="CHIEW THIAM KIAN" userId="d6d21359-0a32-46c1-9a95-a10edee76cd1" providerId="ADAL" clId="{9F83B4AC-BA95-4653-A3E6-6D26568A10CC}" dt="2022-03-22T06:24:49.527" v="61" actId="403"/>
        <pc:sldMkLst>
          <pc:docMk/>
          <pc:sldMk cId="0" sldId="280"/>
        </pc:sldMkLst>
        <pc:spChg chg="mod">
          <ac:chgData name="CHIEW THIAM KIAN" userId="d6d21359-0a32-46c1-9a95-a10edee76cd1" providerId="ADAL" clId="{9F83B4AC-BA95-4653-A3E6-6D26568A10CC}" dt="2022-03-22T06:24:40.032" v="58" actId="26606"/>
          <ac:spMkLst>
            <pc:docMk/>
            <pc:sldMk cId="0" sldId="280"/>
            <ac:spMk id="2" creationId="{ED241EA1-698E-41F7-99FA-B2FD17658452}"/>
          </ac:spMkLst>
        </pc:spChg>
        <pc:spChg chg="add">
          <ac:chgData name="CHIEW THIAM KIAN" userId="d6d21359-0a32-46c1-9a95-a10edee76cd1" providerId="ADAL" clId="{9F83B4AC-BA95-4653-A3E6-6D26568A10CC}" dt="2022-03-22T06:24:40.032" v="58" actId="26606"/>
          <ac:spMkLst>
            <pc:docMk/>
            <pc:sldMk cId="0" sldId="280"/>
            <ac:spMk id="72" creationId="{77D7B666-D5E6-48CE-B26A-FB5E5C34AF90}"/>
          </ac:spMkLst>
        </pc:spChg>
        <pc:spChg chg="add">
          <ac:chgData name="CHIEW THIAM KIAN" userId="d6d21359-0a32-46c1-9a95-a10edee76cd1" providerId="ADAL" clId="{9F83B4AC-BA95-4653-A3E6-6D26568A10CC}" dt="2022-03-22T06:24:40.032" v="58" actId="26606"/>
          <ac:spMkLst>
            <pc:docMk/>
            <pc:sldMk cId="0" sldId="280"/>
            <ac:spMk id="74" creationId="{F6EE670A-A41A-44AD-BC1C-2090365EB5B3}"/>
          </ac:spMkLst>
        </pc:spChg>
        <pc:spChg chg="mod">
          <ac:chgData name="CHIEW THIAM KIAN" userId="d6d21359-0a32-46c1-9a95-a10edee76cd1" providerId="ADAL" clId="{9F83B4AC-BA95-4653-A3E6-6D26568A10CC}" dt="2022-03-22T06:24:49.527" v="61" actId="403"/>
          <ac:spMkLst>
            <pc:docMk/>
            <pc:sldMk cId="0" sldId="280"/>
            <ac:spMk id="24579" creationId="{53105720-48A1-4CF5-8D0D-F11E92CDF972}"/>
          </ac:spMkLst>
        </pc:spChg>
      </pc:sldChg>
      <pc:sldChg chg="addSp modSp mod setBg">
        <pc:chgData name="CHIEW THIAM KIAN" userId="d6d21359-0a32-46c1-9a95-a10edee76cd1" providerId="ADAL" clId="{9F83B4AC-BA95-4653-A3E6-6D26568A10CC}" dt="2022-03-22T06:25:39.692" v="66" actId="1076"/>
        <pc:sldMkLst>
          <pc:docMk/>
          <pc:sldMk cId="0" sldId="281"/>
        </pc:sldMkLst>
        <pc:spChg chg="mod">
          <ac:chgData name="CHIEW THIAM KIAN" userId="d6d21359-0a32-46c1-9a95-a10edee76cd1" providerId="ADAL" clId="{9F83B4AC-BA95-4653-A3E6-6D26568A10CC}" dt="2022-03-22T06:25:34.983" v="64" actId="26606"/>
          <ac:spMkLst>
            <pc:docMk/>
            <pc:sldMk cId="0" sldId="281"/>
            <ac:spMk id="2" creationId="{13AB216C-AA23-486B-BF01-B35EA8BD8392}"/>
          </ac:spMkLst>
        </pc:spChg>
        <pc:spChg chg="add">
          <ac:chgData name="CHIEW THIAM KIAN" userId="d6d21359-0a32-46c1-9a95-a10edee76cd1" providerId="ADAL" clId="{9F83B4AC-BA95-4653-A3E6-6D26568A10CC}" dt="2022-03-22T06:25:34.983" v="64" actId="26606"/>
          <ac:spMkLst>
            <pc:docMk/>
            <pc:sldMk cId="0" sldId="281"/>
            <ac:spMk id="73" creationId="{4FAE1107-CEC3-4041-8BAA-CDB6F6759B35}"/>
          </ac:spMkLst>
        </pc:spChg>
        <pc:spChg chg="mod">
          <ac:chgData name="CHIEW THIAM KIAN" userId="d6d21359-0a32-46c1-9a95-a10edee76cd1" providerId="ADAL" clId="{9F83B4AC-BA95-4653-A3E6-6D26568A10CC}" dt="2022-03-22T06:25:34.983" v="64" actId="26606"/>
          <ac:spMkLst>
            <pc:docMk/>
            <pc:sldMk cId="0" sldId="281"/>
            <ac:spMk id="25603" creationId="{3AE48BA4-B318-4C14-9127-70E6E7669D07}"/>
          </ac:spMkLst>
        </pc:spChg>
        <pc:picChg chg="mod">
          <ac:chgData name="CHIEW THIAM KIAN" userId="d6d21359-0a32-46c1-9a95-a10edee76cd1" providerId="ADAL" clId="{9F83B4AC-BA95-4653-A3E6-6D26568A10CC}" dt="2022-03-22T06:25:39.692" v="66" actId="1076"/>
          <ac:picMkLst>
            <pc:docMk/>
            <pc:sldMk cId="0" sldId="281"/>
            <ac:picMk id="25604" creationId="{CD2CFEA7-0C99-4592-92ED-4DADBAF920C4}"/>
          </ac:picMkLst>
        </pc:picChg>
        <pc:cxnChg chg="add">
          <ac:chgData name="CHIEW THIAM KIAN" userId="d6d21359-0a32-46c1-9a95-a10edee76cd1" providerId="ADAL" clId="{9F83B4AC-BA95-4653-A3E6-6D26568A10CC}" dt="2022-03-22T06:25:34.983" v="64" actId="26606"/>
          <ac:cxnSpMkLst>
            <pc:docMk/>
            <pc:sldMk cId="0" sldId="281"/>
            <ac:cxnSpMk id="75" creationId="{1AEA88FB-F5DD-45CE-AAE1-7B33D0ABDD25}"/>
          </ac:cxnSpMkLst>
        </pc:cxnChg>
      </pc:sldChg>
      <pc:sldChg chg="addSp modSp mod setBg modNotesTx">
        <pc:chgData name="CHIEW THIAM KIAN" userId="d6d21359-0a32-46c1-9a95-a10edee76cd1" providerId="ADAL" clId="{9F83B4AC-BA95-4653-A3E6-6D26568A10CC}" dt="2022-03-22T06:28:12.042" v="71" actId="113"/>
        <pc:sldMkLst>
          <pc:docMk/>
          <pc:sldMk cId="0" sldId="282"/>
        </pc:sldMkLst>
        <pc:spChg chg="mod">
          <ac:chgData name="CHIEW THIAM KIAN" userId="d6d21359-0a32-46c1-9a95-a10edee76cd1" providerId="ADAL" clId="{9F83B4AC-BA95-4653-A3E6-6D26568A10CC}" dt="2022-03-22T06:26:42.870" v="67" actId="26606"/>
          <ac:spMkLst>
            <pc:docMk/>
            <pc:sldMk cId="0" sldId="282"/>
            <ac:spMk id="2" creationId="{85AA73B0-E36C-4AA4-AB2B-F50A7CCDA006}"/>
          </ac:spMkLst>
        </pc:spChg>
        <pc:spChg chg="add">
          <ac:chgData name="CHIEW THIAM KIAN" userId="d6d21359-0a32-46c1-9a95-a10edee76cd1" providerId="ADAL" clId="{9F83B4AC-BA95-4653-A3E6-6D26568A10CC}" dt="2022-03-22T06:26:42.870" v="67" actId="26606"/>
          <ac:spMkLst>
            <pc:docMk/>
            <pc:sldMk cId="0" sldId="282"/>
            <ac:spMk id="72" creationId="{39E4C68A-A4A9-48A4-9FF2-D2896B1EA01F}"/>
          </ac:spMkLst>
        </pc:spChg>
        <pc:spChg chg="add">
          <ac:chgData name="CHIEW THIAM KIAN" userId="d6d21359-0a32-46c1-9a95-a10edee76cd1" providerId="ADAL" clId="{9F83B4AC-BA95-4653-A3E6-6D26568A10CC}" dt="2022-03-22T06:26:42.870" v="67" actId="26606"/>
          <ac:spMkLst>
            <pc:docMk/>
            <pc:sldMk cId="0" sldId="282"/>
            <ac:spMk id="74" creationId="{E2B9AEA5-52CB-49A6-AF8A-33502F291B91}"/>
          </ac:spMkLst>
        </pc:spChg>
        <pc:spChg chg="mod">
          <ac:chgData name="CHIEW THIAM KIAN" userId="d6d21359-0a32-46c1-9a95-a10edee76cd1" providerId="ADAL" clId="{9F83B4AC-BA95-4653-A3E6-6D26568A10CC}" dt="2022-03-22T06:27:04.906" v="69" actId="14100"/>
          <ac:spMkLst>
            <pc:docMk/>
            <pc:sldMk cId="0" sldId="282"/>
            <ac:spMk id="26627" creationId="{C17699D6-7EC7-4F66-AB98-BA2DF92BD434}"/>
          </ac:spMkLst>
        </pc:spChg>
      </pc:sldChg>
      <pc:sldChg chg="addSp modSp mod setBg">
        <pc:chgData name="CHIEW THIAM KIAN" userId="d6d21359-0a32-46c1-9a95-a10edee76cd1" providerId="ADAL" clId="{9F83B4AC-BA95-4653-A3E6-6D26568A10CC}" dt="2022-03-22T06:29:15.209" v="72" actId="26606"/>
        <pc:sldMkLst>
          <pc:docMk/>
          <pc:sldMk cId="0" sldId="283"/>
        </pc:sldMkLst>
        <pc:spChg chg="mod">
          <ac:chgData name="CHIEW THIAM KIAN" userId="d6d21359-0a32-46c1-9a95-a10edee76cd1" providerId="ADAL" clId="{9F83B4AC-BA95-4653-A3E6-6D26568A10CC}" dt="2022-03-22T06:29:15.209" v="72" actId="26606"/>
          <ac:spMkLst>
            <pc:docMk/>
            <pc:sldMk cId="0" sldId="283"/>
            <ac:spMk id="2" creationId="{B05BF467-2E50-4C61-8473-D249FB63FBFF}"/>
          </ac:spMkLst>
        </pc:spChg>
        <pc:spChg chg="add">
          <ac:chgData name="CHIEW THIAM KIAN" userId="d6d21359-0a32-46c1-9a95-a10edee76cd1" providerId="ADAL" clId="{9F83B4AC-BA95-4653-A3E6-6D26568A10CC}" dt="2022-03-22T06:29:15.209" v="72" actId="26606"/>
          <ac:spMkLst>
            <pc:docMk/>
            <pc:sldMk cId="0" sldId="283"/>
            <ac:spMk id="72" creationId="{39E4C68A-A4A9-48A4-9FF2-D2896B1EA01F}"/>
          </ac:spMkLst>
        </pc:spChg>
        <pc:spChg chg="add">
          <ac:chgData name="CHIEW THIAM KIAN" userId="d6d21359-0a32-46c1-9a95-a10edee76cd1" providerId="ADAL" clId="{9F83B4AC-BA95-4653-A3E6-6D26568A10CC}" dt="2022-03-22T06:29:15.209" v="72" actId="26606"/>
          <ac:spMkLst>
            <pc:docMk/>
            <pc:sldMk cId="0" sldId="283"/>
            <ac:spMk id="74" creationId="{E2B9AEA5-52CB-49A6-AF8A-33502F291B91}"/>
          </ac:spMkLst>
        </pc:spChg>
        <pc:spChg chg="mod">
          <ac:chgData name="CHIEW THIAM KIAN" userId="d6d21359-0a32-46c1-9a95-a10edee76cd1" providerId="ADAL" clId="{9F83B4AC-BA95-4653-A3E6-6D26568A10CC}" dt="2022-03-22T06:29:15.209" v="72" actId="26606"/>
          <ac:spMkLst>
            <pc:docMk/>
            <pc:sldMk cId="0" sldId="283"/>
            <ac:spMk id="27651" creationId="{10BF43EB-E1B2-4FF1-8A22-E0979362E03E}"/>
          </ac:spMkLst>
        </pc:spChg>
      </pc:sldChg>
      <pc:sldChg chg="addSp modSp mod setBg">
        <pc:chgData name="CHIEW THIAM KIAN" userId="d6d21359-0a32-46c1-9a95-a10edee76cd1" providerId="ADAL" clId="{9F83B4AC-BA95-4653-A3E6-6D26568A10CC}" dt="2022-03-22T06:30:00.654" v="75" actId="14100"/>
        <pc:sldMkLst>
          <pc:docMk/>
          <pc:sldMk cId="0" sldId="284"/>
        </pc:sldMkLst>
        <pc:spChg chg="mod">
          <ac:chgData name="CHIEW THIAM KIAN" userId="d6d21359-0a32-46c1-9a95-a10edee76cd1" providerId="ADAL" clId="{9F83B4AC-BA95-4653-A3E6-6D26568A10CC}" dt="2022-03-22T06:29:38.556" v="73" actId="26606"/>
          <ac:spMkLst>
            <pc:docMk/>
            <pc:sldMk cId="0" sldId="284"/>
            <ac:spMk id="2" creationId="{6D277F0D-96AF-49C4-B323-5556A3B3C80E}"/>
          </ac:spMkLst>
        </pc:spChg>
        <pc:spChg chg="add">
          <ac:chgData name="CHIEW THIAM KIAN" userId="d6d21359-0a32-46c1-9a95-a10edee76cd1" providerId="ADAL" clId="{9F83B4AC-BA95-4653-A3E6-6D26568A10CC}" dt="2022-03-22T06:29:38.556" v="73" actId="26606"/>
          <ac:spMkLst>
            <pc:docMk/>
            <pc:sldMk cId="0" sldId="284"/>
            <ac:spMk id="72" creationId="{39E4C68A-A4A9-48A4-9FF2-D2896B1EA01F}"/>
          </ac:spMkLst>
        </pc:spChg>
        <pc:spChg chg="add">
          <ac:chgData name="CHIEW THIAM KIAN" userId="d6d21359-0a32-46c1-9a95-a10edee76cd1" providerId="ADAL" clId="{9F83B4AC-BA95-4653-A3E6-6D26568A10CC}" dt="2022-03-22T06:29:38.556" v="73" actId="26606"/>
          <ac:spMkLst>
            <pc:docMk/>
            <pc:sldMk cId="0" sldId="284"/>
            <ac:spMk id="74" creationId="{E2B9AEA5-52CB-49A6-AF8A-33502F291B91}"/>
          </ac:spMkLst>
        </pc:spChg>
        <pc:spChg chg="mod">
          <ac:chgData name="CHIEW THIAM KIAN" userId="d6d21359-0a32-46c1-9a95-a10edee76cd1" providerId="ADAL" clId="{9F83B4AC-BA95-4653-A3E6-6D26568A10CC}" dt="2022-03-22T06:30:00.654" v="75" actId="14100"/>
          <ac:spMkLst>
            <pc:docMk/>
            <pc:sldMk cId="0" sldId="284"/>
            <ac:spMk id="28675" creationId="{CB3A64F8-E8BD-490B-A5F5-DEE50B1041FB}"/>
          </ac:spMkLst>
        </pc:spChg>
      </pc:sldChg>
      <pc:sldChg chg="addSp modSp mod setBg">
        <pc:chgData name="CHIEW THIAM KIAN" userId="d6d21359-0a32-46c1-9a95-a10edee76cd1" providerId="ADAL" clId="{9F83B4AC-BA95-4653-A3E6-6D26568A10CC}" dt="2022-03-22T06:30:09.859" v="77" actId="403"/>
        <pc:sldMkLst>
          <pc:docMk/>
          <pc:sldMk cId="0" sldId="285"/>
        </pc:sldMkLst>
        <pc:spChg chg="mod">
          <ac:chgData name="CHIEW THIAM KIAN" userId="d6d21359-0a32-46c1-9a95-a10edee76cd1" providerId="ADAL" clId="{9F83B4AC-BA95-4653-A3E6-6D26568A10CC}" dt="2022-03-22T06:30:05.736" v="76" actId="26606"/>
          <ac:spMkLst>
            <pc:docMk/>
            <pc:sldMk cId="0" sldId="285"/>
            <ac:spMk id="2" creationId="{1BC6F3EC-4E0E-4167-B5DD-C905820A2E77}"/>
          </ac:spMkLst>
        </pc:spChg>
        <pc:spChg chg="add">
          <ac:chgData name="CHIEW THIAM KIAN" userId="d6d21359-0a32-46c1-9a95-a10edee76cd1" providerId="ADAL" clId="{9F83B4AC-BA95-4653-A3E6-6D26568A10CC}" dt="2022-03-22T06:30:05.736" v="76" actId="26606"/>
          <ac:spMkLst>
            <pc:docMk/>
            <pc:sldMk cId="0" sldId="285"/>
            <ac:spMk id="72" creationId="{39E4C68A-A4A9-48A4-9FF2-D2896B1EA01F}"/>
          </ac:spMkLst>
        </pc:spChg>
        <pc:spChg chg="add">
          <ac:chgData name="CHIEW THIAM KIAN" userId="d6d21359-0a32-46c1-9a95-a10edee76cd1" providerId="ADAL" clId="{9F83B4AC-BA95-4653-A3E6-6D26568A10CC}" dt="2022-03-22T06:30:05.736" v="76" actId="26606"/>
          <ac:spMkLst>
            <pc:docMk/>
            <pc:sldMk cId="0" sldId="285"/>
            <ac:spMk id="74" creationId="{E2B9AEA5-52CB-49A6-AF8A-33502F291B91}"/>
          </ac:spMkLst>
        </pc:spChg>
        <pc:spChg chg="mod">
          <ac:chgData name="CHIEW THIAM KIAN" userId="d6d21359-0a32-46c1-9a95-a10edee76cd1" providerId="ADAL" clId="{9F83B4AC-BA95-4653-A3E6-6D26568A10CC}" dt="2022-03-22T06:30:09.859" v="77" actId="403"/>
          <ac:spMkLst>
            <pc:docMk/>
            <pc:sldMk cId="0" sldId="285"/>
            <ac:spMk id="29699" creationId="{CF0C4979-F7EC-42CA-805C-29C82325417C}"/>
          </ac:spMkLst>
        </pc:spChg>
      </pc:sldChg>
      <pc:sldChg chg="addSp modSp mod setBg">
        <pc:chgData name="CHIEW THIAM KIAN" userId="d6d21359-0a32-46c1-9a95-a10edee76cd1" providerId="ADAL" clId="{9F83B4AC-BA95-4653-A3E6-6D26568A10CC}" dt="2022-03-22T06:32:55.613" v="91" actId="14100"/>
        <pc:sldMkLst>
          <pc:docMk/>
          <pc:sldMk cId="0" sldId="286"/>
        </pc:sldMkLst>
        <pc:spChg chg="mod">
          <ac:chgData name="CHIEW THIAM KIAN" userId="d6d21359-0a32-46c1-9a95-a10edee76cd1" providerId="ADAL" clId="{9F83B4AC-BA95-4653-A3E6-6D26568A10CC}" dt="2022-03-22T06:32:40.275" v="89" actId="26606"/>
          <ac:spMkLst>
            <pc:docMk/>
            <pc:sldMk cId="0" sldId="286"/>
            <ac:spMk id="2" creationId="{A623E904-8AEB-488D-91A0-1BC541BC0681}"/>
          </ac:spMkLst>
        </pc:spChg>
        <pc:spChg chg="add">
          <ac:chgData name="CHIEW THIAM KIAN" userId="d6d21359-0a32-46c1-9a95-a10edee76cd1" providerId="ADAL" clId="{9F83B4AC-BA95-4653-A3E6-6D26568A10CC}" dt="2022-03-22T06:32:40.275" v="89" actId="26606"/>
          <ac:spMkLst>
            <pc:docMk/>
            <pc:sldMk cId="0" sldId="286"/>
            <ac:spMk id="72" creationId="{B0890400-BB8B-4A44-AB63-65C7CA223EBA}"/>
          </ac:spMkLst>
        </pc:spChg>
        <pc:spChg chg="mod">
          <ac:chgData name="CHIEW THIAM KIAN" userId="d6d21359-0a32-46c1-9a95-a10edee76cd1" providerId="ADAL" clId="{9F83B4AC-BA95-4653-A3E6-6D26568A10CC}" dt="2022-03-22T06:32:55.613" v="91" actId="14100"/>
          <ac:spMkLst>
            <pc:docMk/>
            <pc:sldMk cId="0" sldId="286"/>
            <ac:spMk id="32771" creationId="{8A3FBBA6-DFB3-4920-953A-0FA875A79A0E}"/>
          </ac:spMkLst>
        </pc:spChg>
        <pc:cxnChg chg="add">
          <ac:chgData name="CHIEW THIAM KIAN" userId="d6d21359-0a32-46c1-9a95-a10edee76cd1" providerId="ADAL" clId="{9F83B4AC-BA95-4653-A3E6-6D26568A10CC}" dt="2022-03-22T06:32:40.275" v="89" actId="26606"/>
          <ac:cxnSpMkLst>
            <pc:docMk/>
            <pc:sldMk cId="0" sldId="286"/>
            <ac:cxnSpMk id="74" creationId="{4D39B797-CDC6-4529-8A36-9CBFC9816337}"/>
          </ac:cxnSpMkLst>
        </pc:cxnChg>
      </pc:sldChg>
      <pc:sldChg chg="addSp modSp mod setBg">
        <pc:chgData name="CHIEW THIAM KIAN" userId="d6d21359-0a32-46c1-9a95-a10edee76cd1" providerId="ADAL" clId="{9F83B4AC-BA95-4653-A3E6-6D26568A10CC}" dt="2022-03-22T06:33:12.566" v="93" actId="403"/>
        <pc:sldMkLst>
          <pc:docMk/>
          <pc:sldMk cId="0" sldId="287"/>
        </pc:sldMkLst>
        <pc:spChg chg="mod">
          <ac:chgData name="CHIEW THIAM KIAN" userId="d6d21359-0a32-46c1-9a95-a10edee76cd1" providerId="ADAL" clId="{9F83B4AC-BA95-4653-A3E6-6D26568A10CC}" dt="2022-03-22T06:33:05.490" v="92" actId="26606"/>
          <ac:spMkLst>
            <pc:docMk/>
            <pc:sldMk cId="0" sldId="287"/>
            <ac:spMk id="2" creationId="{8FD807A7-443F-4A30-B30B-DA437E9E8042}"/>
          </ac:spMkLst>
        </pc:spChg>
        <pc:spChg chg="add">
          <ac:chgData name="CHIEW THIAM KIAN" userId="d6d21359-0a32-46c1-9a95-a10edee76cd1" providerId="ADAL" clId="{9F83B4AC-BA95-4653-A3E6-6D26568A10CC}" dt="2022-03-22T06:33:05.490" v="92" actId="26606"/>
          <ac:spMkLst>
            <pc:docMk/>
            <pc:sldMk cId="0" sldId="287"/>
            <ac:spMk id="72" creationId="{B0890400-BB8B-4A44-AB63-65C7CA223EBA}"/>
          </ac:spMkLst>
        </pc:spChg>
        <pc:spChg chg="mod">
          <ac:chgData name="CHIEW THIAM KIAN" userId="d6d21359-0a32-46c1-9a95-a10edee76cd1" providerId="ADAL" clId="{9F83B4AC-BA95-4653-A3E6-6D26568A10CC}" dt="2022-03-22T06:33:12.566" v="93" actId="403"/>
          <ac:spMkLst>
            <pc:docMk/>
            <pc:sldMk cId="0" sldId="287"/>
            <ac:spMk id="33795" creationId="{66681218-08F8-49F6-B1EB-F4ABC2BC2B0C}"/>
          </ac:spMkLst>
        </pc:spChg>
        <pc:cxnChg chg="add">
          <ac:chgData name="CHIEW THIAM KIAN" userId="d6d21359-0a32-46c1-9a95-a10edee76cd1" providerId="ADAL" clId="{9F83B4AC-BA95-4653-A3E6-6D26568A10CC}" dt="2022-03-22T06:33:05.490" v="92" actId="26606"/>
          <ac:cxnSpMkLst>
            <pc:docMk/>
            <pc:sldMk cId="0" sldId="287"/>
            <ac:cxnSpMk id="74" creationId="{4D39B797-CDC6-4529-8A36-9CBFC9816337}"/>
          </ac:cxnSpMkLst>
        </pc:cxnChg>
      </pc:sldChg>
      <pc:sldChg chg="addSp modSp mod setBg">
        <pc:chgData name="CHIEW THIAM KIAN" userId="d6d21359-0a32-46c1-9a95-a10edee76cd1" providerId="ADAL" clId="{9F83B4AC-BA95-4653-A3E6-6D26568A10CC}" dt="2022-03-22T06:33:51.176" v="96" actId="14100"/>
        <pc:sldMkLst>
          <pc:docMk/>
          <pc:sldMk cId="0" sldId="288"/>
        </pc:sldMkLst>
        <pc:spChg chg="mod">
          <ac:chgData name="CHIEW THIAM KIAN" userId="d6d21359-0a32-46c1-9a95-a10edee76cd1" providerId="ADAL" clId="{9F83B4AC-BA95-4653-A3E6-6D26568A10CC}" dt="2022-03-22T06:33:40.921" v="94" actId="26606"/>
          <ac:spMkLst>
            <pc:docMk/>
            <pc:sldMk cId="0" sldId="288"/>
            <ac:spMk id="2" creationId="{23E291E9-34FF-49D2-AB9F-F0370C24E050}"/>
          </ac:spMkLst>
        </pc:spChg>
        <pc:spChg chg="add">
          <ac:chgData name="CHIEW THIAM KIAN" userId="d6d21359-0a32-46c1-9a95-a10edee76cd1" providerId="ADAL" clId="{9F83B4AC-BA95-4653-A3E6-6D26568A10CC}" dt="2022-03-22T06:33:40.921" v="94" actId="26606"/>
          <ac:spMkLst>
            <pc:docMk/>
            <pc:sldMk cId="0" sldId="288"/>
            <ac:spMk id="72" creationId="{B0890400-BB8B-4A44-AB63-65C7CA223EBA}"/>
          </ac:spMkLst>
        </pc:spChg>
        <pc:spChg chg="mod">
          <ac:chgData name="CHIEW THIAM KIAN" userId="d6d21359-0a32-46c1-9a95-a10edee76cd1" providerId="ADAL" clId="{9F83B4AC-BA95-4653-A3E6-6D26568A10CC}" dt="2022-03-22T06:33:51.176" v="96" actId="14100"/>
          <ac:spMkLst>
            <pc:docMk/>
            <pc:sldMk cId="0" sldId="288"/>
            <ac:spMk id="34819" creationId="{13AF7892-C569-483B-BABD-0E6D381DADD0}"/>
          </ac:spMkLst>
        </pc:spChg>
        <pc:cxnChg chg="add">
          <ac:chgData name="CHIEW THIAM KIAN" userId="d6d21359-0a32-46c1-9a95-a10edee76cd1" providerId="ADAL" clId="{9F83B4AC-BA95-4653-A3E6-6D26568A10CC}" dt="2022-03-22T06:33:40.921" v="94" actId="26606"/>
          <ac:cxnSpMkLst>
            <pc:docMk/>
            <pc:sldMk cId="0" sldId="288"/>
            <ac:cxnSpMk id="74" creationId="{4D39B797-CDC6-4529-8A36-9CBFC9816337}"/>
          </ac:cxnSpMkLst>
        </pc:cxnChg>
      </pc:sldChg>
      <pc:sldChg chg="addSp modSp mod setBg">
        <pc:chgData name="CHIEW THIAM KIAN" userId="d6d21359-0a32-46c1-9a95-a10edee76cd1" providerId="ADAL" clId="{9F83B4AC-BA95-4653-A3E6-6D26568A10CC}" dt="2022-03-22T06:34:18.154" v="99" actId="14100"/>
        <pc:sldMkLst>
          <pc:docMk/>
          <pc:sldMk cId="0" sldId="289"/>
        </pc:sldMkLst>
        <pc:spChg chg="mod">
          <ac:chgData name="CHIEW THIAM KIAN" userId="d6d21359-0a32-46c1-9a95-a10edee76cd1" providerId="ADAL" clId="{9F83B4AC-BA95-4653-A3E6-6D26568A10CC}" dt="2022-03-22T06:34:08.171" v="97" actId="26606"/>
          <ac:spMkLst>
            <pc:docMk/>
            <pc:sldMk cId="0" sldId="289"/>
            <ac:spMk id="2" creationId="{14220B85-5AD1-4F2C-BF0A-6BA42E220DF5}"/>
          </ac:spMkLst>
        </pc:spChg>
        <pc:spChg chg="add">
          <ac:chgData name="CHIEW THIAM KIAN" userId="d6d21359-0a32-46c1-9a95-a10edee76cd1" providerId="ADAL" clId="{9F83B4AC-BA95-4653-A3E6-6D26568A10CC}" dt="2022-03-22T06:34:08.171" v="97" actId="26606"/>
          <ac:spMkLst>
            <pc:docMk/>
            <pc:sldMk cId="0" sldId="289"/>
            <ac:spMk id="72" creationId="{B0890400-BB8B-4A44-AB63-65C7CA223EBA}"/>
          </ac:spMkLst>
        </pc:spChg>
        <pc:spChg chg="mod">
          <ac:chgData name="CHIEW THIAM KIAN" userId="d6d21359-0a32-46c1-9a95-a10edee76cd1" providerId="ADAL" clId="{9F83B4AC-BA95-4653-A3E6-6D26568A10CC}" dt="2022-03-22T06:34:18.154" v="99" actId="14100"/>
          <ac:spMkLst>
            <pc:docMk/>
            <pc:sldMk cId="0" sldId="289"/>
            <ac:spMk id="35843" creationId="{6FBD6A08-2439-4FCC-A92A-D70A49087D85}"/>
          </ac:spMkLst>
        </pc:spChg>
        <pc:cxnChg chg="add">
          <ac:chgData name="CHIEW THIAM KIAN" userId="d6d21359-0a32-46c1-9a95-a10edee76cd1" providerId="ADAL" clId="{9F83B4AC-BA95-4653-A3E6-6D26568A10CC}" dt="2022-03-22T06:34:08.171" v="97" actId="26606"/>
          <ac:cxnSpMkLst>
            <pc:docMk/>
            <pc:sldMk cId="0" sldId="289"/>
            <ac:cxnSpMk id="74" creationId="{4D39B797-CDC6-4529-8A36-9CBFC9816337}"/>
          </ac:cxnSpMkLst>
        </pc:cxnChg>
      </pc:sldChg>
      <pc:sldChg chg="addSp delSp modSp del mod setBg">
        <pc:chgData name="CHIEW THIAM KIAN" userId="d6d21359-0a32-46c1-9a95-a10edee76cd1" providerId="ADAL" clId="{9F83B4AC-BA95-4653-A3E6-6D26568A10CC}" dt="2022-03-21T16:10:26.268" v="35" actId="47"/>
        <pc:sldMkLst>
          <pc:docMk/>
          <pc:sldMk cId="0" sldId="291"/>
        </pc:sldMkLst>
        <pc:spChg chg="mod">
          <ac:chgData name="CHIEW THIAM KIAN" userId="d6d21359-0a32-46c1-9a95-a10edee76cd1" providerId="ADAL" clId="{9F83B4AC-BA95-4653-A3E6-6D26568A10CC}" dt="2022-03-21T16:04:28.304" v="10" actId="26606"/>
          <ac:spMkLst>
            <pc:docMk/>
            <pc:sldMk cId="0" sldId="291"/>
            <ac:spMk id="2" creationId="{26ECCD3A-1437-4145-AE52-19715CDE4AC9}"/>
          </ac:spMkLst>
        </pc:spChg>
        <pc:spChg chg="add">
          <ac:chgData name="CHIEW THIAM KIAN" userId="d6d21359-0a32-46c1-9a95-a10edee76cd1" providerId="ADAL" clId="{9F83B4AC-BA95-4653-A3E6-6D26568A10CC}" dt="2022-03-21T16:04:28.304" v="10" actId="26606"/>
          <ac:spMkLst>
            <pc:docMk/>
            <pc:sldMk cId="0" sldId="291"/>
            <ac:spMk id="72" creationId="{77D7B666-D5E6-48CE-B26A-FB5E5C34AF90}"/>
          </ac:spMkLst>
        </pc:spChg>
        <pc:spChg chg="add del">
          <ac:chgData name="CHIEW THIAM KIAN" userId="d6d21359-0a32-46c1-9a95-a10edee76cd1" providerId="ADAL" clId="{9F83B4AC-BA95-4653-A3E6-6D26568A10CC}" dt="2022-03-21T16:04:16.967" v="5" actId="26606"/>
          <ac:spMkLst>
            <pc:docMk/>
            <pc:sldMk cId="0" sldId="291"/>
            <ac:spMk id="73" creationId="{F7422F06-6017-4361-8872-E0E2CEB20B48}"/>
          </ac:spMkLst>
        </pc:spChg>
        <pc:spChg chg="add">
          <ac:chgData name="CHIEW THIAM KIAN" userId="d6d21359-0a32-46c1-9a95-a10edee76cd1" providerId="ADAL" clId="{9F83B4AC-BA95-4653-A3E6-6D26568A10CC}" dt="2022-03-21T16:04:28.304" v="10" actId="26606"/>
          <ac:spMkLst>
            <pc:docMk/>
            <pc:sldMk cId="0" sldId="291"/>
            <ac:spMk id="74" creationId="{F6EE670A-A41A-44AD-BC1C-2090365EB5B3}"/>
          </ac:spMkLst>
        </pc:spChg>
        <pc:spChg chg="add del">
          <ac:chgData name="CHIEW THIAM KIAN" userId="d6d21359-0a32-46c1-9a95-a10edee76cd1" providerId="ADAL" clId="{9F83B4AC-BA95-4653-A3E6-6D26568A10CC}" dt="2022-03-21T16:04:28.304" v="10" actId="26606"/>
          <ac:spMkLst>
            <pc:docMk/>
            <pc:sldMk cId="0" sldId="291"/>
            <ac:spMk id="10243" creationId="{3ACD98F8-AD23-498A-AB23-39942B34D71B}"/>
          </ac:spMkLst>
        </pc:spChg>
        <pc:spChg chg="add del">
          <ac:chgData name="CHIEW THIAM KIAN" userId="d6d21359-0a32-46c1-9a95-a10edee76cd1" providerId="ADAL" clId="{9F83B4AC-BA95-4653-A3E6-6D26568A10CC}" dt="2022-03-21T16:04:28.298" v="9" actId="26606"/>
          <ac:spMkLst>
            <pc:docMk/>
            <pc:sldMk cId="0" sldId="291"/>
            <ac:spMk id="10249" creationId="{F7422F06-6017-4361-8872-E0E2CEB20B48}"/>
          </ac:spMkLst>
        </pc:spChg>
        <pc:spChg chg="add">
          <ac:chgData name="CHIEW THIAM KIAN" userId="d6d21359-0a32-46c1-9a95-a10edee76cd1" providerId="ADAL" clId="{9F83B4AC-BA95-4653-A3E6-6D26568A10CC}" dt="2022-03-21T16:04:28.304" v="10" actId="26606"/>
          <ac:spMkLst>
            <pc:docMk/>
            <pc:sldMk cId="0" sldId="291"/>
            <ac:spMk id="10252" creationId="{3ACD98F8-AD23-498A-AB23-39942B34D71B}"/>
          </ac:spMkLst>
        </pc:spChg>
        <pc:graphicFrameChg chg="add del">
          <ac:chgData name="CHIEW THIAM KIAN" userId="d6d21359-0a32-46c1-9a95-a10edee76cd1" providerId="ADAL" clId="{9F83B4AC-BA95-4653-A3E6-6D26568A10CC}" dt="2022-03-21T16:04:16.967" v="5" actId="26606"/>
          <ac:graphicFrameMkLst>
            <pc:docMk/>
            <pc:sldMk cId="0" sldId="291"/>
            <ac:graphicFrameMk id="10245" creationId="{4E60DB58-B10C-5C9D-627F-349FFCD2DC96}"/>
          </ac:graphicFrameMkLst>
        </pc:graphicFrameChg>
        <pc:graphicFrameChg chg="add del">
          <ac:chgData name="CHIEW THIAM KIAN" userId="d6d21359-0a32-46c1-9a95-a10edee76cd1" providerId="ADAL" clId="{9F83B4AC-BA95-4653-A3E6-6D26568A10CC}" dt="2022-03-21T16:04:23.025" v="7" actId="26606"/>
          <ac:graphicFrameMkLst>
            <pc:docMk/>
            <pc:sldMk cId="0" sldId="291"/>
            <ac:graphicFrameMk id="10247" creationId="{453C05E4-D1EE-441A-C72A-39670869CC3A}"/>
          </ac:graphicFrameMkLst>
        </pc:graphicFrameChg>
        <pc:graphicFrameChg chg="add del">
          <ac:chgData name="CHIEW THIAM KIAN" userId="d6d21359-0a32-46c1-9a95-a10edee76cd1" providerId="ADAL" clId="{9F83B4AC-BA95-4653-A3E6-6D26568A10CC}" dt="2022-03-21T16:04:28.298" v="9" actId="26606"/>
          <ac:graphicFrameMkLst>
            <pc:docMk/>
            <pc:sldMk cId="0" sldId="291"/>
            <ac:graphicFrameMk id="10250" creationId="{4E60DB58-B10C-5C9D-627F-349FFCD2DC96}"/>
          </ac:graphicFrameMkLst>
        </pc:graphicFrameChg>
      </pc:sldChg>
      <pc:sldChg chg="addSp delSp modSp mod setBg">
        <pc:chgData name="CHIEW THIAM KIAN" userId="d6d21359-0a32-46c1-9a95-a10edee76cd1" providerId="ADAL" clId="{9F83B4AC-BA95-4653-A3E6-6D26568A10CC}" dt="2022-03-21T16:07:02.797" v="24" actId="1076"/>
        <pc:sldMkLst>
          <pc:docMk/>
          <pc:sldMk cId="0" sldId="292"/>
        </pc:sldMkLst>
        <pc:spChg chg="mod">
          <ac:chgData name="CHIEW THIAM KIAN" userId="d6d21359-0a32-46c1-9a95-a10edee76cd1" providerId="ADAL" clId="{9F83B4AC-BA95-4653-A3E6-6D26568A10CC}" dt="2022-03-21T16:06:41.291" v="20" actId="26606"/>
          <ac:spMkLst>
            <pc:docMk/>
            <pc:sldMk cId="0" sldId="292"/>
            <ac:spMk id="2" creationId="{7BB3ABE1-C89D-449E-BE04-9FB2459B688A}"/>
          </ac:spMkLst>
        </pc:spChg>
        <pc:spChg chg="add del">
          <ac:chgData name="CHIEW THIAM KIAN" userId="d6d21359-0a32-46c1-9a95-a10edee76cd1" providerId="ADAL" clId="{9F83B4AC-BA95-4653-A3E6-6D26568A10CC}" dt="2022-03-21T16:05:25.179" v="12" actId="26606"/>
          <ac:spMkLst>
            <pc:docMk/>
            <pc:sldMk cId="0" sldId="292"/>
            <ac:spMk id="74" creationId="{CA4D39DB-AFA4-47BA-A7F2-13A71D210C66}"/>
          </ac:spMkLst>
        </pc:spChg>
        <pc:spChg chg="add del">
          <ac:chgData name="CHIEW THIAM KIAN" userId="d6d21359-0a32-46c1-9a95-a10edee76cd1" providerId="ADAL" clId="{9F83B4AC-BA95-4653-A3E6-6D26568A10CC}" dt="2022-03-21T16:06:03.797" v="16" actId="26606"/>
          <ac:spMkLst>
            <pc:docMk/>
            <pc:sldMk cId="0" sldId="292"/>
            <ac:spMk id="76" creationId="{4FAE1107-CEC3-4041-8BAA-CDB6F6759B35}"/>
          </ac:spMkLst>
        </pc:spChg>
        <pc:spChg chg="add mod">
          <ac:chgData name="CHIEW THIAM KIAN" userId="d6d21359-0a32-46c1-9a95-a10edee76cd1" providerId="ADAL" clId="{9F83B4AC-BA95-4653-A3E6-6D26568A10CC}" dt="2022-03-21T16:06:41.291" v="20" actId="26606"/>
          <ac:spMkLst>
            <pc:docMk/>
            <pc:sldMk cId="0" sldId="292"/>
            <ac:spMk id="11271" creationId="{1858F46F-DA11-76A0-04CB-5D6962B397AF}"/>
          </ac:spMkLst>
        </pc:spChg>
        <pc:picChg chg="mod ord">
          <ac:chgData name="CHIEW THIAM KIAN" userId="d6d21359-0a32-46c1-9a95-a10edee76cd1" providerId="ADAL" clId="{9F83B4AC-BA95-4653-A3E6-6D26568A10CC}" dt="2022-03-21T16:07:02.797" v="24" actId="1076"/>
          <ac:picMkLst>
            <pc:docMk/>
            <pc:sldMk cId="0" sldId="292"/>
            <ac:picMk id="11267" creationId="{7258CFCA-71C1-4E77-BFB2-DB7A1097AEA4}"/>
          </ac:picMkLst>
        </pc:picChg>
        <pc:cxnChg chg="add del">
          <ac:chgData name="CHIEW THIAM KIAN" userId="d6d21359-0a32-46c1-9a95-a10edee76cd1" providerId="ADAL" clId="{9F83B4AC-BA95-4653-A3E6-6D26568A10CC}" dt="2022-03-21T16:06:03.797" v="16" actId="26606"/>
          <ac:cxnSpMkLst>
            <pc:docMk/>
            <pc:sldMk cId="0" sldId="292"/>
            <ac:cxnSpMk id="78" creationId="{1AEA88FB-F5DD-45CE-AAE1-7B33D0ABDD25}"/>
          </ac:cxnSpMkLst>
        </pc:cxnChg>
      </pc:sldChg>
      <pc:sldChg chg="del">
        <pc:chgData name="CHIEW THIAM KIAN" userId="d6d21359-0a32-46c1-9a95-a10edee76cd1" providerId="ADAL" clId="{9F83B4AC-BA95-4653-A3E6-6D26568A10CC}" dt="2022-03-22T06:34:58.734" v="100" actId="47"/>
        <pc:sldMkLst>
          <pc:docMk/>
          <pc:sldMk cId="3792104114" sldId="293"/>
        </pc:sldMkLst>
      </pc:sldChg>
      <pc:sldChg chg="del">
        <pc:chgData name="CHIEW THIAM KIAN" userId="d6d21359-0a32-46c1-9a95-a10edee76cd1" providerId="ADAL" clId="{9F83B4AC-BA95-4653-A3E6-6D26568A10CC}" dt="2022-03-22T06:34:58.734" v="100" actId="47"/>
        <pc:sldMkLst>
          <pc:docMk/>
          <pc:sldMk cId="4111358599" sldId="294"/>
        </pc:sldMkLst>
      </pc:sldChg>
      <pc:sldChg chg="del">
        <pc:chgData name="CHIEW THIAM KIAN" userId="d6d21359-0a32-46c1-9a95-a10edee76cd1" providerId="ADAL" clId="{9F83B4AC-BA95-4653-A3E6-6D26568A10CC}" dt="2022-03-22T06:34:58.734" v="100" actId="47"/>
        <pc:sldMkLst>
          <pc:docMk/>
          <pc:sldMk cId="1194967306" sldId="295"/>
        </pc:sldMkLst>
      </pc:sldChg>
      <pc:sldChg chg="del">
        <pc:chgData name="CHIEW THIAM KIAN" userId="d6d21359-0a32-46c1-9a95-a10edee76cd1" providerId="ADAL" clId="{9F83B4AC-BA95-4653-A3E6-6D26568A10CC}" dt="2022-03-22T06:34:58.734" v="100" actId="47"/>
        <pc:sldMkLst>
          <pc:docMk/>
          <pc:sldMk cId="153052427" sldId="296"/>
        </pc:sldMkLst>
      </pc:sldChg>
      <pc:sldChg chg="del">
        <pc:chgData name="CHIEW THIAM KIAN" userId="d6d21359-0a32-46c1-9a95-a10edee76cd1" providerId="ADAL" clId="{9F83B4AC-BA95-4653-A3E6-6D26568A10CC}" dt="2022-03-22T06:34:58.734" v="100" actId="47"/>
        <pc:sldMkLst>
          <pc:docMk/>
          <pc:sldMk cId="2137439885" sldId="297"/>
        </pc:sldMkLst>
      </pc:sldChg>
      <pc:sldChg chg="del">
        <pc:chgData name="CHIEW THIAM KIAN" userId="d6d21359-0a32-46c1-9a95-a10edee76cd1" providerId="ADAL" clId="{9F83B4AC-BA95-4653-A3E6-6D26568A10CC}" dt="2022-03-22T06:34:58.734" v="100" actId="47"/>
        <pc:sldMkLst>
          <pc:docMk/>
          <pc:sldMk cId="2710056157" sldId="298"/>
        </pc:sldMkLst>
      </pc:sldChg>
      <pc:sldChg chg="del">
        <pc:chgData name="CHIEW THIAM KIAN" userId="d6d21359-0a32-46c1-9a95-a10edee76cd1" providerId="ADAL" clId="{9F83B4AC-BA95-4653-A3E6-6D26568A10CC}" dt="2022-03-22T06:34:58.734" v="100" actId="47"/>
        <pc:sldMkLst>
          <pc:docMk/>
          <pc:sldMk cId="3569373575" sldId="299"/>
        </pc:sldMkLst>
      </pc:sldChg>
      <pc:sldChg chg="del">
        <pc:chgData name="CHIEW THIAM KIAN" userId="d6d21359-0a32-46c1-9a95-a10edee76cd1" providerId="ADAL" clId="{9F83B4AC-BA95-4653-A3E6-6D26568A10CC}" dt="2022-03-22T06:34:58.734" v="100" actId="47"/>
        <pc:sldMkLst>
          <pc:docMk/>
          <pc:sldMk cId="1579859099" sldId="300"/>
        </pc:sldMkLst>
      </pc:sldChg>
      <pc:sldChg chg="del">
        <pc:chgData name="CHIEW THIAM KIAN" userId="d6d21359-0a32-46c1-9a95-a10edee76cd1" providerId="ADAL" clId="{9F83B4AC-BA95-4653-A3E6-6D26568A10CC}" dt="2022-03-22T06:34:58.734" v="100" actId="47"/>
        <pc:sldMkLst>
          <pc:docMk/>
          <pc:sldMk cId="1618453557" sldId="301"/>
        </pc:sldMkLst>
      </pc:sldChg>
      <pc:sldChg chg="del">
        <pc:chgData name="CHIEW THIAM KIAN" userId="d6d21359-0a32-46c1-9a95-a10edee76cd1" providerId="ADAL" clId="{9F83B4AC-BA95-4653-A3E6-6D26568A10CC}" dt="2022-03-22T06:34:58.734" v="100" actId="47"/>
        <pc:sldMkLst>
          <pc:docMk/>
          <pc:sldMk cId="139123685" sldId="302"/>
        </pc:sldMkLst>
      </pc:sldChg>
      <pc:sldChg chg="del">
        <pc:chgData name="CHIEW THIAM KIAN" userId="d6d21359-0a32-46c1-9a95-a10edee76cd1" providerId="ADAL" clId="{9F83B4AC-BA95-4653-A3E6-6D26568A10CC}" dt="2022-03-22T06:34:58.734" v="100" actId="47"/>
        <pc:sldMkLst>
          <pc:docMk/>
          <pc:sldMk cId="4059112934" sldId="303"/>
        </pc:sldMkLst>
      </pc:sldChg>
      <pc:sldChg chg="del">
        <pc:chgData name="CHIEW THIAM KIAN" userId="d6d21359-0a32-46c1-9a95-a10edee76cd1" providerId="ADAL" clId="{9F83B4AC-BA95-4653-A3E6-6D26568A10CC}" dt="2022-03-22T06:34:58.734" v="100" actId="47"/>
        <pc:sldMkLst>
          <pc:docMk/>
          <pc:sldMk cId="2762378867" sldId="304"/>
        </pc:sldMkLst>
      </pc:sldChg>
      <pc:sldChg chg="del">
        <pc:chgData name="CHIEW THIAM KIAN" userId="d6d21359-0a32-46c1-9a95-a10edee76cd1" providerId="ADAL" clId="{9F83B4AC-BA95-4653-A3E6-6D26568A10CC}" dt="2022-03-22T06:34:58.734" v="100" actId="47"/>
        <pc:sldMkLst>
          <pc:docMk/>
          <pc:sldMk cId="3539325935" sldId="305"/>
        </pc:sldMkLst>
      </pc:sldChg>
      <pc:sldChg chg="addSp modSp add mod setBg">
        <pc:chgData name="CHIEW THIAM KIAN" userId="d6d21359-0a32-46c1-9a95-a10edee76cd1" providerId="ADAL" clId="{9F83B4AC-BA95-4653-A3E6-6D26568A10CC}" dt="2022-03-22T06:39:36.943" v="160" actId="26606"/>
        <pc:sldMkLst>
          <pc:docMk/>
          <pc:sldMk cId="0" sldId="363"/>
        </pc:sldMkLst>
        <pc:spChg chg="mod">
          <ac:chgData name="CHIEW THIAM KIAN" userId="d6d21359-0a32-46c1-9a95-a10edee76cd1" providerId="ADAL" clId="{9F83B4AC-BA95-4653-A3E6-6D26568A10CC}" dt="2022-03-22T06:39:36.943" v="160" actId="26606"/>
          <ac:spMkLst>
            <pc:docMk/>
            <pc:sldMk cId="0" sldId="363"/>
            <ac:spMk id="3" creationId="{20AF07C4-D3FD-4E6D-89DB-0070C8DE9DD4}"/>
          </ac:spMkLst>
        </pc:spChg>
        <pc:spChg chg="add">
          <ac:chgData name="CHIEW THIAM KIAN" userId="d6d21359-0a32-46c1-9a95-a10edee76cd1" providerId="ADAL" clId="{9F83B4AC-BA95-4653-A3E6-6D26568A10CC}" dt="2022-03-22T06:39:36.943" v="160" actId="26606"/>
          <ac:spMkLst>
            <pc:docMk/>
            <pc:sldMk cId="0" sldId="363"/>
            <ac:spMk id="71" creationId="{77D7B666-D5E6-48CE-B26A-FB5E5C34AF90}"/>
          </ac:spMkLst>
        </pc:spChg>
        <pc:spChg chg="add">
          <ac:chgData name="CHIEW THIAM KIAN" userId="d6d21359-0a32-46c1-9a95-a10edee76cd1" providerId="ADAL" clId="{9F83B4AC-BA95-4653-A3E6-6D26568A10CC}" dt="2022-03-22T06:39:36.943" v="160" actId="26606"/>
          <ac:spMkLst>
            <pc:docMk/>
            <pc:sldMk cId="0" sldId="363"/>
            <ac:spMk id="73" creationId="{F6EE670A-A41A-44AD-BC1C-2090365EB5B3}"/>
          </ac:spMkLst>
        </pc:spChg>
        <pc:spChg chg="mod">
          <ac:chgData name="CHIEW THIAM KIAN" userId="d6d21359-0a32-46c1-9a95-a10edee76cd1" providerId="ADAL" clId="{9F83B4AC-BA95-4653-A3E6-6D26568A10CC}" dt="2022-03-22T06:39:36.943" v="160" actId="26606"/>
          <ac:spMkLst>
            <pc:docMk/>
            <pc:sldMk cId="0" sldId="363"/>
            <ac:spMk id="5122" creationId="{D7D83550-5AD8-4150-951A-CBD34A6FF03E}"/>
          </ac:spMkLst>
        </pc:spChg>
      </pc:sldChg>
      <pc:sldChg chg="addSp delSp modSp add mod setBg modClrScheme chgLayout">
        <pc:chgData name="CHIEW THIAM KIAN" userId="d6d21359-0a32-46c1-9a95-a10edee76cd1" providerId="ADAL" clId="{9F83B4AC-BA95-4653-A3E6-6D26568A10CC}" dt="2022-03-22T06:43:55.039" v="191" actId="14100"/>
        <pc:sldMkLst>
          <pc:docMk/>
          <pc:sldMk cId="0" sldId="365"/>
        </pc:sldMkLst>
        <pc:spChg chg="del mod">
          <ac:chgData name="CHIEW THIAM KIAN" userId="d6d21359-0a32-46c1-9a95-a10edee76cd1" providerId="ADAL" clId="{9F83B4AC-BA95-4653-A3E6-6D26568A10CC}" dt="2022-03-22T06:42:38.724" v="183" actId="700"/>
          <ac:spMkLst>
            <pc:docMk/>
            <pc:sldMk cId="0" sldId="365"/>
            <ac:spMk id="2" creationId="{248B4AAC-C1E3-4043-84EF-8D0F737E6369}"/>
          </ac:spMkLst>
        </pc:spChg>
        <pc:spChg chg="add mod ord">
          <ac:chgData name="CHIEW THIAM KIAN" userId="d6d21359-0a32-46c1-9a95-a10edee76cd1" providerId="ADAL" clId="{9F83B4AC-BA95-4653-A3E6-6D26568A10CC}" dt="2022-03-22T06:43:19.450" v="187" actId="700"/>
          <ac:spMkLst>
            <pc:docMk/>
            <pc:sldMk cId="0" sldId="365"/>
            <ac:spMk id="3" creationId="{C2C64C65-ADE5-4DB5-BC3B-0CE28C08FE08}"/>
          </ac:spMkLst>
        </pc:spChg>
        <pc:spChg chg="add mod ord">
          <ac:chgData name="CHIEW THIAM KIAN" userId="d6d21359-0a32-46c1-9a95-a10edee76cd1" providerId="ADAL" clId="{9F83B4AC-BA95-4653-A3E6-6D26568A10CC}" dt="2022-03-22T06:43:19.450" v="187" actId="700"/>
          <ac:spMkLst>
            <pc:docMk/>
            <pc:sldMk cId="0" sldId="365"/>
            <ac:spMk id="4" creationId="{6875EB45-7F57-44EA-8EB6-479DE7EF7945}"/>
          </ac:spMkLst>
        </pc:spChg>
        <pc:spChg chg="add mod ord">
          <ac:chgData name="CHIEW THIAM KIAN" userId="d6d21359-0a32-46c1-9a95-a10edee76cd1" providerId="ADAL" clId="{9F83B4AC-BA95-4653-A3E6-6D26568A10CC}" dt="2022-03-22T06:43:19.450" v="187" actId="700"/>
          <ac:spMkLst>
            <pc:docMk/>
            <pc:sldMk cId="0" sldId="365"/>
            <ac:spMk id="5" creationId="{59DD982B-2C81-4209-84AE-C53416463382}"/>
          </ac:spMkLst>
        </pc:spChg>
        <pc:spChg chg="add mod ord">
          <ac:chgData name="CHIEW THIAM KIAN" userId="d6d21359-0a32-46c1-9a95-a10edee76cd1" providerId="ADAL" clId="{9F83B4AC-BA95-4653-A3E6-6D26568A10CC}" dt="2022-03-22T06:43:19.450" v="187" actId="700"/>
          <ac:spMkLst>
            <pc:docMk/>
            <pc:sldMk cId="0" sldId="365"/>
            <ac:spMk id="6" creationId="{BADD43EB-3E22-4124-97F1-A5AD46916F0C}"/>
          </ac:spMkLst>
        </pc:spChg>
        <pc:spChg chg="add del">
          <ac:chgData name="CHIEW THIAM KIAN" userId="d6d21359-0a32-46c1-9a95-a10edee76cd1" providerId="ADAL" clId="{9F83B4AC-BA95-4653-A3E6-6D26568A10CC}" dt="2022-03-22T06:41:20.762" v="162" actId="26606"/>
          <ac:spMkLst>
            <pc:docMk/>
            <pc:sldMk cId="0" sldId="365"/>
            <ac:spMk id="75" creationId="{59EC11B9-C1B4-4A4B-AE7B-353DC742AAB2}"/>
          </ac:spMkLst>
        </pc:spChg>
        <pc:spChg chg="add del">
          <ac:chgData name="CHIEW THIAM KIAN" userId="d6d21359-0a32-46c1-9a95-a10edee76cd1" providerId="ADAL" clId="{9F83B4AC-BA95-4653-A3E6-6D26568A10CC}" dt="2022-03-22T06:41:20.762" v="162" actId="26606"/>
          <ac:spMkLst>
            <pc:docMk/>
            <pc:sldMk cId="0" sldId="365"/>
            <ac:spMk id="79" creationId="{4BF9B746-725B-4EAA-AACC-E2047E073965}"/>
          </ac:spMkLst>
        </pc:spChg>
        <pc:spChg chg="add del">
          <ac:chgData name="CHIEW THIAM KIAN" userId="d6d21359-0a32-46c1-9a95-a10edee76cd1" providerId="ADAL" clId="{9F83B4AC-BA95-4653-A3E6-6D26568A10CC}" dt="2022-03-22T06:41:20.762" v="162" actId="26606"/>
          <ac:spMkLst>
            <pc:docMk/>
            <pc:sldMk cId="0" sldId="365"/>
            <ac:spMk id="81" creationId="{2EBFFB4A-B2E4-4737-9442-4429357598FB}"/>
          </ac:spMkLst>
        </pc:spChg>
        <pc:spChg chg="add del">
          <ac:chgData name="CHIEW THIAM KIAN" userId="d6d21359-0a32-46c1-9a95-a10edee76cd1" providerId="ADAL" clId="{9F83B4AC-BA95-4653-A3E6-6D26568A10CC}" dt="2022-03-22T06:41:46.045" v="170" actId="26606"/>
          <ac:spMkLst>
            <pc:docMk/>
            <pc:sldMk cId="0" sldId="365"/>
            <ac:spMk id="83" creationId="{7A4469D8-5936-48B8-AF0C-37FF2AEE292E}"/>
          </ac:spMkLst>
        </pc:spChg>
        <pc:spChg chg="add del">
          <ac:chgData name="CHIEW THIAM KIAN" userId="d6d21359-0a32-46c1-9a95-a10edee76cd1" providerId="ADAL" clId="{9F83B4AC-BA95-4653-A3E6-6D26568A10CC}" dt="2022-03-22T06:41:20.762" v="162" actId="26606"/>
          <ac:spMkLst>
            <pc:docMk/>
            <pc:sldMk cId="0" sldId="365"/>
            <ac:spMk id="46088" creationId="{96065A71-A14D-025D-DAAD-F2A9CAA03FFB}"/>
          </ac:spMkLst>
        </pc:spChg>
        <pc:spChg chg="add del">
          <ac:chgData name="CHIEW THIAM KIAN" userId="d6d21359-0a32-46c1-9a95-a10edee76cd1" providerId="ADAL" clId="{9F83B4AC-BA95-4653-A3E6-6D26568A10CC}" dt="2022-03-22T06:41:23.253" v="164" actId="26606"/>
          <ac:spMkLst>
            <pc:docMk/>
            <pc:sldMk cId="0" sldId="365"/>
            <ac:spMk id="46090" creationId="{2FF2C845-16F4-7DDE-D178-604014B02E83}"/>
          </ac:spMkLst>
        </pc:spChg>
        <pc:spChg chg="add del">
          <ac:chgData name="CHIEW THIAM KIAN" userId="d6d21359-0a32-46c1-9a95-a10edee76cd1" providerId="ADAL" clId="{9F83B4AC-BA95-4653-A3E6-6D26568A10CC}" dt="2022-03-22T06:41:25.054" v="166" actId="26606"/>
          <ac:spMkLst>
            <pc:docMk/>
            <pc:sldMk cId="0" sldId="365"/>
            <ac:spMk id="46092" creationId="{709F25DB-27E4-4B94-B80D-681C53186FD4}"/>
          </ac:spMkLst>
        </pc:spChg>
        <pc:spChg chg="add del">
          <ac:chgData name="CHIEW THIAM KIAN" userId="d6d21359-0a32-46c1-9a95-a10edee76cd1" providerId="ADAL" clId="{9F83B4AC-BA95-4653-A3E6-6D26568A10CC}" dt="2022-03-22T06:41:25.054" v="166" actId="26606"/>
          <ac:spMkLst>
            <pc:docMk/>
            <pc:sldMk cId="0" sldId="365"/>
            <ac:spMk id="46093" creationId="{06305059-0A7C-4D26-9791-C7476E390BFF}"/>
          </ac:spMkLst>
        </pc:spChg>
        <pc:spChg chg="add del">
          <ac:chgData name="CHIEW THIAM KIAN" userId="d6d21359-0a32-46c1-9a95-a10edee76cd1" providerId="ADAL" clId="{9F83B4AC-BA95-4653-A3E6-6D26568A10CC}" dt="2022-03-22T06:41:25.054" v="166" actId="26606"/>
          <ac:spMkLst>
            <pc:docMk/>
            <pc:sldMk cId="0" sldId="365"/>
            <ac:spMk id="46094" creationId="{1CAA0C87-7FED-6CE5-74A6-820639C2833B}"/>
          </ac:spMkLst>
        </pc:spChg>
        <pc:spChg chg="add del">
          <ac:chgData name="CHIEW THIAM KIAN" userId="d6d21359-0a32-46c1-9a95-a10edee76cd1" providerId="ADAL" clId="{9F83B4AC-BA95-4653-A3E6-6D26568A10CC}" dt="2022-03-22T06:41:41.435" v="168" actId="26606"/>
          <ac:spMkLst>
            <pc:docMk/>
            <pc:sldMk cId="0" sldId="365"/>
            <ac:spMk id="46098" creationId="{FBAAC1D1-BFDB-4AEB-9243-D64133AE0771}"/>
          </ac:spMkLst>
        </pc:spChg>
        <pc:spChg chg="add del">
          <ac:chgData name="CHIEW THIAM KIAN" userId="d6d21359-0a32-46c1-9a95-a10edee76cd1" providerId="ADAL" clId="{9F83B4AC-BA95-4653-A3E6-6D26568A10CC}" dt="2022-03-22T06:41:41.435" v="168" actId="26606"/>
          <ac:spMkLst>
            <pc:docMk/>
            <pc:sldMk cId="0" sldId="365"/>
            <ac:spMk id="46099" creationId="{FF6EDD7A-2B6C-7690-4EDA-BDDA2A463215}"/>
          </ac:spMkLst>
        </pc:spChg>
        <pc:spChg chg="add del">
          <ac:chgData name="CHIEW THIAM KIAN" userId="d6d21359-0a32-46c1-9a95-a10edee76cd1" providerId="ADAL" clId="{9F83B4AC-BA95-4653-A3E6-6D26568A10CC}" dt="2022-03-22T06:41:46.045" v="170" actId="26606"/>
          <ac:spMkLst>
            <pc:docMk/>
            <pc:sldMk cId="0" sldId="365"/>
            <ac:spMk id="46101" creationId="{82422935-43B9-0982-9FE8-05555007F458}"/>
          </ac:spMkLst>
        </pc:spChg>
        <pc:spChg chg="add del">
          <ac:chgData name="CHIEW THIAM KIAN" userId="d6d21359-0a32-46c1-9a95-a10edee76cd1" providerId="ADAL" clId="{9F83B4AC-BA95-4653-A3E6-6D26568A10CC}" dt="2022-03-22T06:41:46.045" v="170" actId="26606"/>
          <ac:spMkLst>
            <pc:docMk/>
            <pc:sldMk cId="0" sldId="365"/>
            <ac:spMk id="46102" creationId="{9D431EF2-5A31-4C05-AA3E-4580F553429C}"/>
          </ac:spMkLst>
        </pc:spChg>
        <pc:spChg chg="add del">
          <ac:chgData name="CHIEW THIAM KIAN" userId="d6d21359-0a32-46c1-9a95-a10edee76cd1" providerId="ADAL" clId="{9F83B4AC-BA95-4653-A3E6-6D26568A10CC}" dt="2022-03-22T06:41:46.045" v="170" actId="26606"/>
          <ac:spMkLst>
            <pc:docMk/>
            <pc:sldMk cId="0" sldId="365"/>
            <ac:spMk id="46103" creationId="{67678399-6817-4845-9B59-E82951B0B0E4}"/>
          </ac:spMkLst>
        </pc:spChg>
        <pc:spChg chg="add del">
          <ac:chgData name="CHIEW THIAM KIAN" userId="d6d21359-0a32-46c1-9a95-a10edee76cd1" providerId="ADAL" clId="{9F83B4AC-BA95-4653-A3E6-6D26568A10CC}" dt="2022-03-22T06:41:46.045" v="170" actId="26606"/>
          <ac:spMkLst>
            <pc:docMk/>
            <pc:sldMk cId="0" sldId="365"/>
            <ac:spMk id="46104" creationId="{B044E73A-9DB7-46CD-9B4D-9DE9FB5E6E1F}"/>
          </ac:spMkLst>
        </pc:spChg>
        <pc:spChg chg="add del">
          <ac:chgData name="CHIEW THIAM KIAN" userId="d6d21359-0a32-46c1-9a95-a10edee76cd1" providerId="ADAL" clId="{9F83B4AC-BA95-4653-A3E6-6D26568A10CC}" dt="2022-03-22T06:41:46.045" v="170" actId="26606"/>
          <ac:spMkLst>
            <pc:docMk/>
            <pc:sldMk cId="0" sldId="365"/>
            <ac:spMk id="46105" creationId="{F8057F48-2FD4-4DD3-B887-FEE2B4475912}"/>
          </ac:spMkLst>
        </pc:spChg>
        <pc:spChg chg="add del">
          <ac:chgData name="CHIEW THIAM KIAN" userId="d6d21359-0a32-46c1-9a95-a10edee76cd1" providerId="ADAL" clId="{9F83B4AC-BA95-4653-A3E6-6D26568A10CC}" dt="2022-03-22T06:42:12.985" v="172" actId="26606"/>
          <ac:spMkLst>
            <pc:docMk/>
            <pc:sldMk cId="0" sldId="365"/>
            <ac:spMk id="46108" creationId="{FBAAC1D1-BFDB-4AEB-9243-D64133AE0771}"/>
          </ac:spMkLst>
        </pc:spChg>
        <pc:spChg chg="add del">
          <ac:chgData name="CHIEW THIAM KIAN" userId="d6d21359-0a32-46c1-9a95-a10edee76cd1" providerId="ADAL" clId="{9F83B4AC-BA95-4653-A3E6-6D26568A10CC}" dt="2022-03-22T06:42:12.985" v="172" actId="26606"/>
          <ac:spMkLst>
            <pc:docMk/>
            <pc:sldMk cId="0" sldId="365"/>
            <ac:spMk id="46109" creationId="{FF6EDD7A-2B6C-7690-4EDA-BDDA2A463215}"/>
          </ac:spMkLst>
        </pc:spChg>
        <pc:spChg chg="add del">
          <ac:chgData name="CHIEW THIAM KIAN" userId="d6d21359-0a32-46c1-9a95-a10edee76cd1" providerId="ADAL" clId="{9F83B4AC-BA95-4653-A3E6-6D26568A10CC}" dt="2022-03-22T06:42:26.359" v="180" actId="26606"/>
          <ac:spMkLst>
            <pc:docMk/>
            <pc:sldMk cId="0" sldId="365"/>
            <ac:spMk id="46111" creationId="{95A24A0F-CFEB-3FAD-9754-AF9656A763E4}"/>
          </ac:spMkLst>
        </pc:spChg>
        <pc:picChg chg="mod ord">
          <ac:chgData name="CHIEW THIAM KIAN" userId="d6d21359-0a32-46c1-9a95-a10edee76cd1" providerId="ADAL" clId="{9F83B4AC-BA95-4653-A3E6-6D26568A10CC}" dt="2022-03-22T06:43:55.039" v="191" actId="14100"/>
          <ac:picMkLst>
            <pc:docMk/>
            <pc:sldMk cId="0" sldId="365"/>
            <ac:picMk id="46083" creationId="{AE6A3C49-E984-48BB-85C6-3031A6A682BE}"/>
          </ac:picMkLst>
        </pc:picChg>
        <pc:picChg chg="mod">
          <ac:chgData name="CHIEW THIAM KIAN" userId="d6d21359-0a32-46c1-9a95-a10edee76cd1" providerId="ADAL" clId="{9F83B4AC-BA95-4653-A3E6-6D26568A10CC}" dt="2022-03-22T06:43:47.357" v="190" actId="1076"/>
          <ac:picMkLst>
            <pc:docMk/>
            <pc:sldMk cId="0" sldId="365"/>
            <ac:picMk id="46084" creationId="{EA430223-D409-4EFE-AD52-38DA3A8D8AD5}"/>
          </ac:picMkLst>
        </pc:picChg>
        <pc:cxnChg chg="add del">
          <ac:chgData name="CHIEW THIAM KIAN" userId="d6d21359-0a32-46c1-9a95-a10edee76cd1" providerId="ADAL" clId="{9F83B4AC-BA95-4653-A3E6-6D26568A10CC}" dt="2022-03-22T06:41:20.762" v="162" actId="26606"/>
          <ac:cxnSpMkLst>
            <pc:docMk/>
            <pc:sldMk cId="0" sldId="365"/>
            <ac:cxnSpMk id="77" creationId="{24862CF4-4997-476D-9B9D-5F4E0C9A41AF}"/>
          </ac:cxnSpMkLst>
        </pc:cxnChg>
        <pc:cxnChg chg="add del">
          <ac:chgData name="CHIEW THIAM KIAN" userId="d6d21359-0a32-46c1-9a95-a10edee76cd1" providerId="ADAL" clId="{9F83B4AC-BA95-4653-A3E6-6D26568A10CC}" dt="2022-03-22T06:41:25.054" v="166" actId="26606"/>
          <ac:cxnSpMkLst>
            <pc:docMk/>
            <pc:sldMk cId="0" sldId="365"/>
            <ac:cxnSpMk id="46095" creationId="{85452CC1-C80C-461C-B7FA-5743811F0CDD}"/>
          </ac:cxnSpMkLst>
        </pc:cxnChg>
        <pc:cxnChg chg="add del">
          <ac:chgData name="CHIEW THIAM KIAN" userId="d6d21359-0a32-46c1-9a95-a10edee76cd1" providerId="ADAL" clId="{9F83B4AC-BA95-4653-A3E6-6D26568A10CC}" dt="2022-03-22T06:41:41.435" v="168" actId="26606"/>
          <ac:cxnSpMkLst>
            <pc:docMk/>
            <pc:sldMk cId="0" sldId="365"/>
            <ac:cxnSpMk id="46097" creationId="{9F37CA5D-275A-4B8C-8438-F1773C736E52}"/>
          </ac:cxnSpMkLst>
        </pc:cxnChg>
        <pc:cxnChg chg="add del">
          <ac:chgData name="CHIEW THIAM KIAN" userId="d6d21359-0a32-46c1-9a95-a10edee76cd1" providerId="ADAL" clId="{9F83B4AC-BA95-4653-A3E6-6D26568A10CC}" dt="2022-03-22T06:42:12.985" v="172" actId="26606"/>
          <ac:cxnSpMkLst>
            <pc:docMk/>
            <pc:sldMk cId="0" sldId="365"/>
            <ac:cxnSpMk id="46107" creationId="{9F37CA5D-275A-4B8C-8438-F1773C736E52}"/>
          </ac:cxnSpMkLst>
        </pc:cxnChg>
      </pc:sldChg>
      <pc:sldChg chg="addSp delSp modSp add mod setBg">
        <pc:chgData name="CHIEW THIAM KIAN" userId="d6d21359-0a32-46c1-9a95-a10edee76cd1" providerId="ADAL" clId="{9F83B4AC-BA95-4653-A3E6-6D26568A10CC}" dt="2022-03-22T06:46:23.509" v="196" actId="26606"/>
        <pc:sldMkLst>
          <pc:docMk/>
          <pc:sldMk cId="3298472664" sldId="369"/>
        </pc:sldMkLst>
        <pc:spChg chg="mod">
          <ac:chgData name="CHIEW THIAM KIAN" userId="d6d21359-0a32-46c1-9a95-a10edee76cd1" providerId="ADAL" clId="{9F83B4AC-BA95-4653-A3E6-6D26568A10CC}" dt="2022-03-22T06:46:23.509" v="196" actId="26606"/>
          <ac:spMkLst>
            <pc:docMk/>
            <pc:sldMk cId="3298472664" sldId="369"/>
            <ac:spMk id="2" creationId="{00000000-0000-0000-0000-000000000000}"/>
          </ac:spMkLst>
        </pc:spChg>
        <pc:spChg chg="mod">
          <ac:chgData name="CHIEW THIAM KIAN" userId="d6d21359-0a32-46c1-9a95-a10edee76cd1" providerId="ADAL" clId="{9F83B4AC-BA95-4653-A3E6-6D26568A10CC}" dt="2022-03-22T06:46:23.509" v="196" actId="26606"/>
          <ac:spMkLst>
            <pc:docMk/>
            <pc:sldMk cId="3298472664" sldId="369"/>
            <ac:spMk id="3" creationId="{00000000-0000-0000-0000-000000000000}"/>
          </ac:spMkLst>
        </pc:spChg>
        <pc:spChg chg="add del">
          <ac:chgData name="CHIEW THIAM KIAN" userId="d6d21359-0a32-46c1-9a95-a10edee76cd1" providerId="ADAL" clId="{9F83B4AC-BA95-4653-A3E6-6D26568A10CC}" dt="2022-03-22T06:46:08.029" v="194" actId="26606"/>
          <ac:spMkLst>
            <pc:docMk/>
            <pc:sldMk cId="3298472664" sldId="369"/>
            <ac:spMk id="8" creationId="{77D7B666-D5E6-48CE-B26A-FB5E5C34AF90}"/>
          </ac:spMkLst>
        </pc:spChg>
        <pc:spChg chg="add del">
          <ac:chgData name="CHIEW THIAM KIAN" userId="d6d21359-0a32-46c1-9a95-a10edee76cd1" providerId="ADAL" clId="{9F83B4AC-BA95-4653-A3E6-6D26568A10CC}" dt="2022-03-22T06:46:08.029" v="194" actId="26606"/>
          <ac:spMkLst>
            <pc:docMk/>
            <pc:sldMk cId="3298472664" sldId="369"/>
            <ac:spMk id="10" creationId="{F6EE670A-A41A-44AD-BC1C-2090365EB5B3}"/>
          </ac:spMkLst>
        </pc:spChg>
        <pc:spChg chg="add del">
          <ac:chgData name="CHIEW THIAM KIAN" userId="d6d21359-0a32-46c1-9a95-a10edee76cd1" providerId="ADAL" clId="{9F83B4AC-BA95-4653-A3E6-6D26568A10CC}" dt="2022-03-22T06:46:23.509" v="196" actId="26606"/>
          <ac:spMkLst>
            <pc:docMk/>
            <pc:sldMk cId="3298472664" sldId="369"/>
            <ac:spMk id="12" creationId="{B0890400-BB8B-4A44-AB63-65C7CA223EBA}"/>
          </ac:spMkLst>
        </pc:spChg>
        <pc:spChg chg="add">
          <ac:chgData name="CHIEW THIAM KIAN" userId="d6d21359-0a32-46c1-9a95-a10edee76cd1" providerId="ADAL" clId="{9F83B4AC-BA95-4653-A3E6-6D26568A10CC}" dt="2022-03-22T06:46:23.509" v="196" actId="26606"/>
          <ac:spMkLst>
            <pc:docMk/>
            <pc:sldMk cId="3298472664" sldId="369"/>
            <ac:spMk id="18" creationId="{39E4C68A-A4A9-48A4-9FF2-D2896B1EA01F}"/>
          </ac:spMkLst>
        </pc:spChg>
        <pc:spChg chg="add">
          <ac:chgData name="CHIEW THIAM KIAN" userId="d6d21359-0a32-46c1-9a95-a10edee76cd1" providerId="ADAL" clId="{9F83B4AC-BA95-4653-A3E6-6D26568A10CC}" dt="2022-03-22T06:46:23.509" v="196" actId="26606"/>
          <ac:spMkLst>
            <pc:docMk/>
            <pc:sldMk cId="3298472664" sldId="369"/>
            <ac:spMk id="20" creationId="{E2B9AEA5-52CB-49A6-AF8A-33502F291B91}"/>
          </ac:spMkLst>
        </pc:spChg>
        <pc:cxnChg chg="add del">
          <ac:chgData name="CHIEW THIAM KIAN" userId="d6d21359-0a32-46c1-9a95-a10edee76cd1" providerId="ADAL" clId="{9F83B4AC-BA95-4653-A3E6-6D26568A10CC}" dt="2022-03-22T06:46:23.509" v="196" actId="26606"/>
          <ac:cxnSpMkLst>
            <pc:docMk/>
            <pc:sldMk cId="3298472664" sldId="369"/>
            <ac:cxnSpMk id="13" creationId="{4D39B797-CDC6-4529-8A36-9CBFC9816337}"/>
          </ac:cxnSpMkLst>
        </pc:cxnChg>
      </pc:sldChg>
      <pc:sldChg chg="add">
        <pc:chgData name="CHIEW THIAM KIAN" userId="d6d21359-0a32-46c1-9a95-a10edee76cd1" providerId="ADAL" clId="{9F83B4AC-BA95-4653-A3E6-6D26568A10CC}" dt="2022-03-22T06:35:56.899" v="101"/>
        <pc:sldMkLst>
          <pc:docMk/>
          <pc:sldMk cId="2229504147" sldId="370"/>
        </pc:sldMkLst>
      </pc:sldChg>
      <pc:sldChg chg="addSp delSp modSp add mod setBg">
        <pc:chgData name="CHIEW THIAM KIAN" userId="d6d21359-0a32-46c1-9a95-a10edee76cd1" providerId="ADAL" clId="{9F83B4AC-BA95-4653-A3E6-6D26568A10CC}" dt="2022-03-22T06:49:17.993" v="208" actId="14100"/>
        <pc:sldMkLst>
          <pc:docMk/>
          <pc:sldMk cId="2674993579" sldId="371"/>
        </pc:sldMkLst>
        <pc:spChg chg="add del">
          <ac:chgData name="CHIEW THIAM KIAN" userId="d6d21359-0a32-46c1-9a95-a10edee76cd1" providerId="ADAL" clId="{9F83B4AC-BA95-4653-A3E6-6D26568A10CC}" dt="2022-03-22T06:48:49.879" v="198" actId="26606"/>
          <ac:spMkLst>
            <pc:docMk/>
            <pc:sldMk cId="2674993579" sldId="371"/>
            <ac:spMk id="137" creationId="{CA4D39DB-AFA4-47BA-A7F2-13A71D210C66}"/>
          </ac:spMkLst>
        </pc:spChg>
        <pc:spChg chg="mod">
          <ac:chgData name="CHIEW THIAM KIAN" userId="d6d21359-0a32-46c1-9a95-a10edee76cd1" providerId="ADAL" clId="{9F83B4AC-BA95-4653-A3E6-6D26568A10CC}" dt="2022-03-22T06:48:54.144" v="201" actId="26606"/>
          <ac:spMkLst>
            <pc:docMk/>
            <pc:sldMk cId="2674993579" sldId="371"/>
            <ac:spMk id="5122" creationId="{E85FA026-91C2-465B-BB79-169CE9950104}"/>
          </ac:spMkLst>
        </pc:spChg>
        <pc:spChg chg="mod ord">
          <ac:chgData name="CHIEW THIAM KIAN" userId="d6d21359-0a32-46c1-9a95-a10edee76cd1" providerId="ADAL" clId="{9F83B4AC-BA95-4653-A3E6-6D26568A10CC}" dt="2022-03-22T06:49:17.993" v="208" actId="14100"/>
          <ac:spMkLst>
            <pc:docMk/>
            <pc:sldMk cId="2674993579" sldId="371"/>
            <ac:spMk id="5123" creationId="{D86C2986-C28B-477B-89B4-97DF563B8DB4}"/>
          </ac:spMkLst>
        </pc:spChg>
        <pc:spChg chg="add del">
          <ac:chgData name="CHIEW THIAM KIAN" userId="d6d21359-0a32-46c1-9a95-a10edee76cd1" providerId="ADAL" clId="{9F83B4AC-BA95-4653-A3E6-6D26568A10CC}" dt="2022-03-22T06:48:54.135" v="200" actId="26606"/>
          <ac:spMkLst>
            <pc:docMk/>
            <pc:sldMk cId="2674993579" sldId="371"/>
            <ac:spMk id="20486" creationId="{81AEB8A9-B768-4E30-BA55-D919E6687343}"/>
          </ac:spMkLst>
        </pc:spChg>
        <pc:picChg chg="mod">
          <ac:chgData name="CHIEW THIAM KIAN" userId="d6d21359-0a32-46c1-9a95-a10edee76cd1" providerId="ADAL" clId="{9F83B4AC-BA95-4653-A3E6-6D26568A10CC}" dt="2022-03-22T06:48:54.144" v="201" actId="26606"/>
          <ac:picMkLst>
            <pc:docMk/>
            <pc:sldMk cId="2674993579" sldId="371"/>
            <ac:picMk id="20484" creationId="{00000000-0000-0000-0000-000000000000}"/>
          </ac:picMkLst>
        </pc:picChg>
      </pc:sldChg>
      <pc:sldChg chg="addSp modSp add mod setBg">
        <pc:chgData name="CHIEW THIAM KIAN" userId="d6d21359-0a32-46c1-9a95-a10edee76cd1" providerId="ADAL" clId="{9F83B4AC-BA95-4653-A3E6-6D26568A10CC}" dt="2022-03-22T06:50:21.344" v="215" actId="403"/>
        <pc:sldMkLst>
          <pc:docMk/>
          <pc:sldMk cId="2468339611" sldId="372"/>
        </pc:sldMkLst>
        <pc:spChg chg="add">
          <ac:chgData name="CHIEW THIAM KIAN" userId="d6d21359-0a32-46c1-9a95-a10edee76cd1" providerId="ADAL" clId="{9F83B4AC-BA95-4653-A3E6-6D26568A10CC}" dt="2022-03-22T06:49:59.899" v="210" actId="26606"/>
          <ac:spMkLst>
            <pc:docMk/>
            <pc:sldMk cId="2468339611" sldId="372"/>
            <ac:spMk id="72" creationId="{B0890400-BB8B-4A44-AB63-65C7CA223EBA}"/>
          </ac:spMkLst>
        </pc:spChg>
        <pc:spChg chg="mod">
          <ac:chgData name="CHIEW THIAM KIAN" userId="d6d21359-0a32-46c1-9a95-a10edee76cd1" providerId="ADAL" clId="{9F83B4AC-BA95-4653-A3E6-6D26568A10CC}" dt="2022-03-22T06:49:59.899" v="210" actId="26606"/>
          <ac:spMkLst>
            <pc:docMk/>
            <pc:sldMk cId="2468339611" sldId="372"/>
            <ac:spMk id="7170" creationId="{3B75B885-B887-4518-9993-2BA31A3D3B9D}"/>
          </ac:spMkLst>
        </pc:spChg>
        <pc:spChg chg="mod">
          <ac:chgData name="CHIEW THIAM KIAN" userId="d6d21359-0a32-46c1-9a95-a10edee76cd1" providerId="ADAL" clId="{9F83B4AC-BA95-4653-A3E6-6D26568A10CC}" dt="2022-03-22T06:50:21.344" v="215" actId="403"/>
          <ac:spMkLst>
            <pc:docMk/>
            <pc:sldMk cId="2468339611" sldId="372"/>
            <ac:spMk id="7171" creationId="{D4C85DF6-5840-44E7-923C-4B263E96C88E}"/>
          </ac:spMkLst>
        </pc:spChg>
        <pc:cxnChg chg="add">
          <ac:chgData name="CHIEW THIAM KIAN" userId="d6d21359-0a32-46c1-9a95-a10edee76cd1" providerId="ADAL" clId="{9F83B4AC-BA95-4653-A3E6-6D26568A10CC}" dt="2022-03-22T06:49:59.899" v="210" actId="26606"/>
          <ac:cxnSpMkLst>
            <pc:docMk/>
            <pc:sldMk cId="2468339611" sldId="372"/>
            <ac:cxnSpMk id="74" creationId="{4D39B797-CDC6-4529-8A36-9CBFC9816337}"/>
          </ac:cxnSpMkLst>
        </pc:cxnChg>
      </pc:sldChg>
      <pc:sldChg chg="addSp modSp add mod setBg">
        <pc:chgData name="CHIEW THIAM KIAN" userId="d6d21359-0a32-46c1-9a95-a10edee76cd1" providerId="ADAL" clId="{9F83B4AC-BA95-4653-A3E6-6D26568A10CC}" dt="2022-03-22T06:51:45.783" v="216" actId="26606"/>
        <pc:sldMkLst>
          <pc:docMk/>
          <pc:sldMk cId="1468975580" sldId="373"/>
        </pc:sldMkLst>
        <pc:spChg chg="mod">
          <ac:chgData name="CHIEW THIAM KIAN" userId="d6d21359-0a32-46c1-9a95-a10edee76cd1" providerId="ADAL" clId="{9F83B4AC-BA95-4653-A3E6-6D26568A10CC}" dt="2022-03-22T06:51:45.783" v="216" actId="26606"/>
          <ac:spMkLst>
            <pc:docMk/>
            <pc:sldMk cId="1468975580" sldId="373"/>
            <ac:spMk id="4" creationId="{1F271370-95EC-4E3A-840E-6C9DC5E3BAB5}"/>
          </ac:spMkLst>
        </pc:spChg>
        <pc:spChg chg="add">
          <ac:chgData name="CHIEW THIAM KIAN" userId="d6d21359-0a32-46c1-9a95-a10edee76cd1" providerId="ADAL" clId="{9F83B4AC-BA95-4653-A3E6-6D26568A10CC}" dt="2022-03-22T06:51:45.783" v="216" actId="26606"/>
          <ac:spMkLst>
            <pc:docMk/>
            <pc:sldMk cId="1468975580" sldId="373"/>
            <ac:spMk id="137" creationId="{4FAE1107-CEC3-4041-8BAA-CDB6F6759B35}"/>
          </ac:spMkLst>
        </pc:spChg>
        <pc:spChg chg="mod">
          <ac:chgData name="CHIEW THIAM KIAN" userId="d6d21359-0a32-46c1-9a95-a10edee76cd1" providerId="ADAL" clId="{9F83B4AC-BA95-4653-A3E6-6D26568A10CC}" dt="2022-03-22T06:51:45.783" v="216" actId="26606"/>
          <ac:spMkLst>
            <pc:docMk/>
            <pc:sldMk cId="1468975580" sldId="373"/>
            <ac:spMk id="8194" creationId="{D89C4C0B-B708-47B8-AF64-9757983D6019}"/>
          </ac:spMkLst>
        </pc:spChg>
        <pc:picChg chg="mod">
          <ac:chgData name="CHIEW THIAM KIAN" userId="d6d21359-0a32-46c1-9a95-a10edee76cd1" providerId="ADAL" clId="{9F83B4AC-BA95-4653-A3E6-6D26568A10CC}" dt="2022-03-22T06:51:45.783" v="216" actId="26606"/>
          <ac:picMkLst>
            <pc:docMk/>
            <pc:sldMk cId="1468975580" sldId="373"/>
            <ac:picMk id="22532" creationId="{00000000-0000-0000-0000-000000000000}"/>
          </ac:picMkLst>
        </pc:picChg>
        <pc:cxnChg chg="add">
          <ac:chgData name="CHIEW THIAM KIAN" userId="d6d21359-0a32-46c1-9a95-a10edee76cd1" providerId="ADAL" clId="{9F83B4AC-BA95-4653-A3E6-6D26568A10CC}" dt="2022-03-22T06:51:45.783" v="216" actId="26606"/>
          <ac:cxnSpMkLst>
            <pc:docMk/>
            <pc:sldMk cId="1468975580" sldId="373"/>
            <ac:cxnSpMk id="139" creationId="{1AEA88FB-F5DD-45CE-AAE1-7B33D0ABDD25}"/>
          </ac:cxnSpMkLst>
        </pc:cxnChg>
      </pc:sldChg>
      <pc:sldChg chg="modSp add mod setBg">
        <pc:chgData name="CHIEW THIAM KIAN" userId="d6d21359-0a32-46c1-9a95-a10edee76cd1" providerId="ADAL" clId="{9F83B4AC-BA95-4653-A3E6-6D26568A10CC}" dt="2023-03-30T16:05:45.575" v="248" actId="6549"/>
        <pc:sldMkLst>
          <pc:docMk/>
          <pc:sldMk cId="988473987" sldId="374"/>
        </pc:sldMkLst>
        <pc:spChg chg="mod">
          <ac:chgData name="CHIEW THIAM KIAN" userId="d6d21359-0a32-46c1-9a95-a10edee76cd1" providerId="ADAL" clId="{9F83B4AC-BA95-4653-A3E6-6D26568A10CC}" dt="2023-03-30T16:05:45.575" v="248" actId="6549"/>
          <ac:spMkLst>
            <pc:docMk/>
            <pc:sldMk cId="988473987" sldId="374"/>
            <ac:spMk id="3" creationId="{4244E970-6BEE-43CA-909D-5D4770DFA484}"/>
          </ac:spMkLst>
        </pc:spChg>
        <pc:spChg chg="mod">
          <ac:chgData name="CHIEW THIAM KIAN" userId="d6d21359-0a32-46c1-9a95-a10edee76cd1" providerId="ADAL" clId="{9F83B4AC-BA95-4653-A3E6-6D26568A10CC}" dt="2022-03-22T06:52:54.220" v="217" actId="26606"/>
          <ac:spMkLst>
            <pc:docMk/>
            <pc:sldMk cId="988473987" sldId="374"/>
            <ac:spMk id="10242" creationId="{53CAC0E1-96BE-415C-85B7-2CA44EEF1756}"/>
          </ac:spMkLst>
        </pc:spChg>
        <pc:picChg chg="mod">
          <ac:chgData name="CHIEW THIAM KIAN" userId="d6d21359-0a32-46c1-9a95-a10edee76cd1" providerId="ADAL" clId="{9F83B4AC-BA95-4653-A3E6-6D26568A10CC}" dt="2022-03-22T06:52:54.220" v="217" actId="26606"/>
          <ac:picMkLst>
            <pc:docMk/>
            <pc:sldMk cId="988473987" sldId="374"/>
            <ac:picMk id="24580" creationId="{00000000-0000-0000-0000-000000000000}"/>
          </ac:picMkLst>
        </pc:picChg>
      </pc:sldChg>
      <pc:sldChg chg="addSp modSp add mod setBg">
        <pc:chgData name="CHIEW THIAM KIAN" userId="d6d21359-0a32-46c1-9a95-a10edee76cd1" providerId="ADAL" clId="{9F83B4AC-BA95-4653-A3E6-6D26568A10CC}" dt="2022-03-22T06:56:53.878" v="235" actId="403"/>
        <pc:sldMkLst>
          <pc:docMk/>
          <pc:sldMk cId="830294253" sldId="375"/>
        </pc:sldMkLst>
        <pc:spChg chg="mod">
          <ac:chgData name="CHIEW THIAM KIAN" userId="d6d21359-0a32-46c1-9a95-a10edee76cd1" providerId="ADAL" clId="{9F83B4AC-BA95-4653-A3E6-6D26568A10CC}" dt="2022-03-22T06:56:14.413" v="218" actId="26606"/>
          <ac:spMkLst>
            <pc:docMk/>
            <pc:sldMk cId="830294253" sldId="375"/>
            <ac:spMk id="2" creationId="{30136594-1F2D-465F-ADD2-405874F58410}"/>
          </ac:spMkLst>
        </pc:spChg>
        <pc:spChg chg="mod">
          <ac:chgData name="CHIEW THIAM KIAN" userId="d6d21359-0a32-46c1-9a95-a10edee76cd1" providerId="ADAL" clId="{9F83B4AC-BA95-4653-A3E6-6D26568A10CC}" dt="2022-03-22T06:56:53.878" v="235" actId="403"/>
          <ac:spMkLst>
            <pc:docMk/>
            <pc:sldMk cId="830294253" sldId="375"/>
            <ac:spMk id="4" creationId="{34013B63-F226-4209-8ADC-49E48EE9452D}"/>
          </ac:spMkLst>
        </pc:spChg>
        <pc:spChg chg="add">
          <ac:chgData name="CHIEW THIAM KIAN" userId="d6d21359-0a32-46c1-9a95-a10edee76cd1" providerId="ADAL" clId="{9F83B4AC-BA95-4653-A3E6-6D26568A10CC}" dt="2022-03-22T06:56:14.413" v="218" actId="26606"/>
          <ac:spMkLst>
            <pc:docMk/>
            <pc:sldMk cId="830294253" sldId="375"/>
            <ac:spMk id="9" creationId="{77D7B666-D5E6-48CE-B26A-FB5E5C34AF90}"/>
          </ac:spMkLst>
        </pc:spChg>
        <pc:spChg chg="add">
          <ac:chgData name="CHIEW THIAM KIAN" userId="d6d21359-0a32-46c1-9a95-a10edee76cd1" providerId="ADAL" clId="{9F83B4AC-BA95-4653-A3E6-6D26568A10CC}" dt="2022-03-22T06:56:14.413" v="218" actId="26606"/>
          <ac:spMkLst>
            <pc:docMk/>
            <pc:sldMk cId="830294253" sldId="375"/>
            <ac:spMk id="11" creationId="{F6EE670A-A41A-44AD-BC1C-2090365EB5B3}"/>
          </ac:spMkLst>
        </pc:spChg>
      </pc:sldChg>
      <pc:sldChg chg="addSp modSp add mod setBg">
        <pc:chgData name="CHIEW THIAM KIAN" userId="d6d21359-0a32-46c1-9a95-a10edee76cd1" providerId="ADAL" clId="{9F83B4AC-BA95-4653-A3E6-6D26568A10CC}" dt="2022-03-22T06:57:17.053" v="237" actId="403"/>
        <pc:sldMkLst>
          <pc:docMk/>
          <pc:sldMk cId="2273493845" sldId="376"/>
        </pc:sldMkLst>
        <pc:spChg chg="mod">
          <ac:chgData name="CHIEW THIAM KIAN" userId="d6d21359-0a32-46c1-9a95-a10edee76cd1" providerId="ADAL" clId="{9F83B4AC-BA95-4653-A3E6-6D26568A10CC}" dt="2022-03-22T06:57:09.050" v="236" actId="26606"/>
          <ac:spMkLst>
            <pc:docMk/>
            <pc:sldMk cId="2273493845" sldId="376"/>
            <ac:spMk id="2" creationId="{669D3495-DD47-45C7-9FED-C866DF5A3C00}"/>
          </ac:spMkLst>
        </pc:spChg>
        <pc:spChg chg="mod">
          <ac:chgData name="CHIEW THIAM KIAN" userId="d6d21359-0a32-46c1-9a95-a10edee76cd1" providerId="ADAL" clId="{9F83B4AC-BA95-4653-A3E6-6D26568A10CC}" dt="2022-03-22T06:57:17.053" v="237" actId="403"/>
          <ac:spMkLst>
            <pc:docMk/>
            <pc:sldMk cId="2273493845" sldId="376"/>
            <ac:spMk id="3" creationId="{A66DF8A2-4B2D-4815-8EFB-FADE7E3344DA}"/>
          </ac:spMkLst>
        </pc:spChg>
        <pc:spChg chg="add">
          <ac:chgData name="CHIEW THIAM KIAN" userId="d6d21359-0a32-46c1-9a95-a10edee76cd1" providerId="ADAL" clId="{9F83B4AC-BA95-4653-A3E6-6D26568A10CC}" dt="2022-03-22T06:57:09.050" v="236" actId="26606"/>
          <ac:spMkLst>
            <pc:docMk/>
            <pc:sldMk cId="2273493845" sldId="376"/>
            <ac:spMk id="8" creationId="{77D7B666-D5E6-48CE-B26A-FB5E5C34AF90}"/>
          </ac:spMkLst>
        </pc:spChg>
        <pc:spChg chg="add">
          <ac:chgData name="CHIEW THIAM KIAN" userId="d6d21359-0a32-46c1-9a95-a10edee76cd1" providerId="ADAL" clId="{9F83B4AC-BA95-4653-A3E6-6D26568A10CC}" dt="2022-03-22T06:57:09.050" v="236" actId="26606"/>
          <ac:spMkLst>
            <pc:docMk/>
            <pc:sldMk cId="2273493845" sldId="376"/>
            <ac:spMk id="10" creationId="{F6EE670A-A41A-44AD-BC1C-2090365EB5B3}"/>
          </ac:spMkLst>
        </pc:spChg>
      </pc:sldChg>
      <pc:sldChg chg="addSp delSp modSp new mod modClrScheme chgLayout">
        <pc:chgData name="CHIEW THIAM KIAN" userId="d6d21359-0a32-46c1-9a95-a10edee76cd1" providerId="ADAL" clId="{9F83B4AC-BA95-4653-A3E6-6D26568A10CC}" dt="2022-03-22T06:38:25.690" v="156" actId="700"/>
        <pc:sldMkLst>
          <pc:docMk/>
          <pc:sldMk cId="2198220640" sldId="377"/>
        </pc:sldMkLst>
        <pc:spChg chg="mod ord">
          <ac:chgData name="CHIEW THIAM KIAN" userId="d6d21359-0a32-46c1-9a95-a10edee76cd1" providerId="ADAL" clId="{9F83B4AC-BA95-4653-A3E6-6D26568A10CC}" dt="2022-03-22T06:38:25.690" v="156" actId="700"/>
          <ac:spMkLst>
            <pc:docMk/>
            <pc:sldMk cId="2198220640" sldId="377"/>
            <ac:spMk id="2" creationId="{9AD13B9F-22F0-4EA2-AEFF-0FFBC55FAF26}"/>
          </ac:spMkLst>
        </pc:spChg>
        <pc:spChg chg="del mod ord">
          <ac:chgData name="CHIEW THIAM KIAN" userId="d6d21359-0a32-46c1-9a95-a10edee76cd1" providerId="ADAL" clId="{9F83B4AC-BA95-4653-A3E6-6D26568A10CC}" dt="2022-03-22T06:38:25.690" v="156" actId="700"/>
          <ac:spMkLst>
            <pc:docMk/>
            <pc:sldMk cId="2198220640" sldId="377"/>
            <ac:spMk id="3" creationId="{A5FA5C5F-BD4B-4AE4-9A3D-A231BCADA270}"/>
          </ac:spMkLst>
        </pc:spChg>
        <pc:spChg chg="add mod ord">
          <ac:chgData name="CHIEW THIAM KIAN" userId="d6d21359-0a32-46c1-9a95-a10edee76cd1" providerId="ADAL" clId="{9F83B4AC-BA95-4653-A3E6-6D26568A10CC}" dt="2022-03-22T06:38:25.690" v="156" actId="700"/>
          <ac:spMkLst>
            <pc:docMk/>
            <pc:sldMk cId="2198220640" sldId="377"/>
            <ac:spMk id="4" creationId="{ADE687F4-FAF5-428A-AA0B-18820D211657}"/>
          </ac:spMkLst>
        </pc:spChg>
        <pc:spChg chg="add mod ord">
          <ac:chgData name="CHIEW THIAM KIAN" userId="d6d21359-0a32-46c1-9a95-a10edee76cd1" providerId="ADAL" clId="{9F83B4AC-BA95-4653-A3E6-6D26568A10CC}" dt="2022-03-22T06:38:25.690" v="156" actId="700"/>
          <ac:spMkLst>
            <pc:docMk/>
            <pc:sldMk cId="2198220640" sldId="377"/>
            <ac:spMk id="5" creationId="{D3553273-AEB1-48A7-A17B-28F71AF7CCE3}"/>
          </ac:spMkLst>
        </pc:spChg>
      </pc:sldChg>
      <pc:sldChg chg="new del">
        <pc:chgData name="CHIEW THIAM KIAN" userId="d6d21359-0a32-46c1-9a95-a10edee76cd1" providerId="ADAL" clId="{9F83B4AC-BA95-4653-A3E6-6D26568A10CC}" dt="2022-03-22T06:37:55.354" v="152" actId="47"/>
        <pc:sldMkLst>
          <pc:docMk/>
          <pc:sldMk cId="2035888907" sldId="378"/>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B2F38A-B3BC-4CA3-ACB9-7252D61BF16D}"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A8174B8D-FAA2-4205-B8E7-CBCCE376BE3F}">
      <dgm:prSet/>
      <dgm:spPr/>
      <dgm:t>
        <a:bodyPr/>
        <a:lstStyle/>
        <a:p>
          <a:r>
            <a:rPr lang="en-US"/>
            <a:t>Models for parallel processing can differ in their level of abstraction. </a:t>
          </a:r>
        </a:p>
      </dgm:t>
    </dgm:pt>
    <dgm:pt modelId="{5B89E448-90D6-4A8D-9791-1F471AB8AC6E}" type="parTrans" cxnId="{2F11F519-71DD-4FA7-AF36-53987C2566F3}">
      <dgm:prSet/>
      <dgm:spPr/>
      <dgm:t>
        <a:bodyPr/>
        <a:lstStyle/>
        <a:p>
          <a:endParaRPr lang="en-US"/>
        </a:p>
      </dgm:t>
    </dgm:pt>
    <dgm:pt modelId="{BCB801F1-7F4A-4E66-8470-198BB374DF82}" type="sibTrans" cxnId="{2F11F519-71DD-4FA7-AF36-53987C2566F3}">
      <dgm:prSet/>
      <dgm:spPr/>
      <dgm:t>
        <a:bodyPr/>
        <a:lstStyle/>
        <a:p>
          <a:endParaRPr lang="en-US"/>
        </a:p>
      </dgm:t>
    </dgm:pt>
    <dgm:pt modelId="{3F951F73-D7A8-4350-800B-CC01AC269206}">
      <dgm:prSet/>
      <dgm:spPr/>
      <dgm:t>
        <a:bodyPr/>
        <a:lstStyle/>
        <a:p>
          <a:r>
            <a:rPr lang="en-US"/>
            <a:t>The four basic types are </a:t>
          </a:r>
        </a:p>
      </dgm:t>
    </dgm:pt>
    <dgm:pt modelId="{71558853-32DB-4208-9DFF-3C4009224C50}" type="parTrans" cxnId="{406781D7-AFDB-457A-8FF7-9B42FF477D16}">
      <dgm:prSet/>
      <dgm:spPr/>
      <dgm:t>
        <a:bodyPr/>
        <a:lstStyle/>
        <a:p>
          <a:endParaRPr lang="en-US"/>
        </a:p>
      </dgm:t>
    </dgm:pt>
    <dgm:pt modelId="{D93CCFC3-C3D5-4F49-AD7C-33DFEFBA0039}" type="sibTrans" cxnId="{406781D7-AFDB-457A-8FF7-9B42FF477D16}">
      <dgm:prSet/>
      <dgm:spPr/>
      <dgm:t>
        <a:bodyPr/>
        <a:lstStyle/>
        <a:p>
          <a:endParaRPr lang="en-US"/>
        </a:p>
      </dgm:t>
    </dgm:pt>
    <dgm:pt modelId="{78634C0B-14AB-4A49-B030-05BEE7F83ADB}">
      <dgm:prSet custT="1"/>
      <dgm:spPr/>
      <dgm:t>
        <a:bodyPr/>
        <a:lstStyle/>
        <a:p>
          <a:r>
            <a:rPr lang="en-US" sz="1400" dirty="0"/>
            <a:t>machine models</a:t>
          </a:r>
        </a:p>
      </dgm:t>
    </dgm:pt>
    <dgm:pt modelId="{845285A2-2B13-4CBE-8608-1D9C696F2339}" type="parTrans" cxnId="{C78DC0EA-A12C-470D-B2D5-C47FD80EE16E}">
      <dgm:prSet/>
      <dgm:spPr/>
      <dgm:t>
        <a:bodyPr/>
        <a:lstStyle/>
        <a:p>
          <a:endParaRPr lang="en-US"/>
        </a:p>
      </dgm:t>
    </dgm:pt>
    <dgm:pt modelId="{5DE7609B-3FA3-4C0F-9965-EE4D22924A79}" type="sibTrans" cxnId="{C78DC0EA-A12C-470D-B2D5-C47FD80EE16E}">
      <dgm:prSet/>
      <dgm:spPr/>
      <dgm:t>
        <a:bodyPr/>
        <a:lstStyle/>
        <a:p>
          <a:endParaRPr lang="en-US"/>
        </a:p>
      </dgm:t>
    </dgm:pt>
    <dgm:pt modelId="{7E68A9A8-1368-4A74-9AD4-323922058221}">
      <dgm:prSet custT="1"/>
      <dgm:spPr/>
      <dgm:t>
        <a:bodyPr/>
        <a:lstStyle/>
        <a:p>
          <a:r>
            <a:rPr lang="en-US" sz="1400" dirty="0"/>
            <a:t>architectural models</a:t>
          </a:r>
        </a:p>
      </dgm:t>
    </dgm:pt>
    <dgm:pt modelId="{AEFBADB0-B517-4744-B479-4448F8697851}" type="parTrans" cxnId="{5251C64F-825B-4C49-825E-20BF20464BD4}">
      <dgm:prSet/>
      <dgm:spPr/>
      <dgm:t>
        <a:bodyPr/>
        <a:lstStyle/>
        <a:p>
          <a:endParaRPr lang="en-US"/>
        </a:p>
      </dgm:t>
    </dgm:pt>
    <dgm:pt modelId="{5480D816-99EA-4B3E-8EC9-FE4F29BF2A41}" type="sibTrans" cxnId="{5251C64F-825B-4C49-825E-20BF20464BD4}">
      <dgm:prSet/>
      <dgm:spPr/>
      <dgm:t>
        <a:bodyPr/>
        <a:lstStyle/>
        <a:p>
          <a:endParaRPr lang="en-US"/>
        </a:p>
      </dgm:t>
    </dgm:pt>
    <dgm:pt modelId="{2F1393F4-7EC6-4818-9A09-81C3EE5C1132}">
      <dgm:prSet custT="1"/>
      <dgm:spPr/>
      <dgm:t>
        <a:bodyPr/>
        <a:lstStyle/>
        <a:p>
          <a:r>
            <a:rPr lang="en-US" sz="1400" dirty="0"/>
            <a:t>computational models</a:t>
          </a:r>
        </a:p>
      </dgm:t>
    </dgm:pt>
    <dgm:pt modelId="{BF0CEBFE-731C-4FC5-B4FB-7A635C8072E3}" type="parTrans" cxnId="{94F0E40E-23AE-40F6-B2E4-86D2553D7E22}">
      <dgm:prSet/>
      <dgm:spPr/>
      <dgm:t>
        <a:bodyPr/>
        <a:lstStyle/>
        <a:p>
          <a:endParaRPr lang="en-US"/>
        </a:p>
      </dgm:t>
    </dgm:pt>
    <dgm:pt modelId="{92EDA875-83A5-41A5-8C5C-C7EAE5F68CA2}" type="sibTrans" cxnId="{94F0E40E-23AE-40F6-B2E4-86D2553D7E22}">
      <dgm:prSet/>
      <dgm:spPr/>
      <dgm:t>
        <a:bodyPr/>
        <a:lstStyle/>
        <a:p>
          <a:endParaRPr lang="en-US"/>
        </a:p>
      </dgm:t>
    </dgm:pt>
    <dgm:pt modelId="{33E019D8-6D34-476A-BD2E-2AD29EDCD0B8}">
      <dgm:prSet custT="1"/>
      <dgm:spPr/>
      <dgm:t>
        <a:bodyPr/>
        <a:lstStyle/>
        <a:p>
          <a:r>
            <a:rPr lang="en-US" sz="1400" dirty="0"/>
            <a:t>programming models</a:t>
          </a:r>
        </a:p>
      </dgm:t>
    </dgm:pt>
    <dgm:pt modelId="{528004C2-99D5-465F-8AF0-06AB02686D92}" type="parTrans" cxnId="{82642969-34FC-465B-B825-4A0D6A2E5FD7}">
      <dgm:prSet/>
      <dgm:spPr/>
      <dgm:t>
        <a:bodyPr/>
        <a:lstStyle/>
        <a:p>
          <a:endParaRPr lang="en-US"/>
        </a:p>
      </dgm:t>
    </dgm:pt>
    <dgm:pt modelId="{F5BCBEE1-B42C-4B53-83E7-0E28A8CE066A}" type="sibTrans" cxnId="{82642969-34FC-465B-B825-4A0D6A2E5FD7}">
      <dgm:prSet/>
      <dgm:spPr/>
      <dgm:t>
        <a:bodyPr/>
        <a:lstStyle/>
        <a:p>
          <a:endParaRPr lang="en-US"/>
        </a:p>
      </dgm:t>
    </dgm:pt>
    <dgm:pt modelId="{FE44A06E-6A9A-4BFD-B757-0D9C98541CC8}" type="pres">
      <dgm:prSet presAssocID="{05B2F38A-B3BC-4CA3-ACB9-7252D61BF16D}" presName="Name0" presStyleCnt="0">
        <dgm:presLayoutVars>
          <dgm:dir/>
          <dgm:animLvl val="lvl"/>
          <dgm:resizeHandles val="exact"/>
        </dgm:presLayoutVars>
      </dgm:prSet>
      <dgm:spPr/>
    </dgm:pt>
    <dgm:pt modelId="{638D383B-7919-4FC0-AF85-E6393B72C281}" type="pres">
      <dgm:prSet presAssocID="{3F951F73-D7A8-4350-800B-CC01AC269206}" presName="boxAndChildren" presStyleCnt="0"/>
      <dgm:spPr/>
    </dgm:pt>
    <dgm:pt modelId="{0083DC33-30FA-4A46-B345-A38AB3F889ED}" type="pres">
      <dgm:prSet presAssocID="{3F951F73-D7A8-4350-800B-CC01AC269206}" presName="parentTextBox" presStyleLbl="node1" presStyleIdx="0" presStyleCnt="2"/>
      <dgm:spPr/>
    </dgm:pt>
    <dgm:pt modelId="{EAD989C8-8E58-45DE-8DF0-93C4873FF2F2}" type="pres">
      <dgm:prSet presAssocID="{3F951F73-D7A8-4350-800B-CC01AC269206}" presName="entireBox" presStyleLbl="node1" presStyleIdx="0" presStyleCnt="2"/>
      <dgm:spPr/>
    </dgm:pt>
    <dgm:pt modelId="{B5CBB0F8-04C2-4330-B027-E5C73D677B88}" type="pres">
      <dgm:prSet presAssocID="{3F951F73-D7A8-4350-800B-CC01AC269206}" presName="descendantBox" presStyleCnt="0"/>
      <dgm:spPr/>
    </dgm:pt>
    <dgm:pt modelId="{A867596D-4B1B-480C-A95E-8DD25C2D968D}" type="pres">
      <dgm:prSet presAssocID="{78634C0B-14AB-4A49-B030-05BEE7F83ADB}" presName="childTextBox" presStyleLbl="fgAccFollowNode1" presStyleIdx="0" presStyleCnt="4">
        <dgm:presLayoutVars>
          <dgm:bulletEnabled val="1"/>
        </dgm:presLayoutVars>
      </dgm:prSet>
      <dgm:spPr/>
    </dgm:pt>
    <dgm:pt modelId="{9EF14BFF-4ADA-403F-A00B-A93F8EF7EA68}" type="pres">
      <dgm:prSet presAssocID="{7E68A9A8-1368-4A74-9AD4-323922058221}" presName="childTextBox" presStyleLbl="fgAccFollowNode1" presStyleIdx="1" presStyleCnt="4">
        <dgm:presLayoutVars>
          <dgm:bulletEnabled val="1"/>
        </dgm:presLayoutVars>
      </dgm:prSet>
      <dgm:spPr/>
    </dgm:pt>
    <dgm:pt modelId="{B16BBCB2-6D84-4596-A6BF-A386C23CAB8C}" type="pres">
      <dgm:prSet presAssocID="{2F1393F4-7EC6-4818-9A09-81C3EE5C1132}" presName="childTextBox" presStyleLbl="fgAccFollowNode1" presStyleIdx="2" presStyleCnt="4">
        <dgm:presLayoutVars>
          <dgm:bulletEnabled val="1"/>
        </dgm:presLayoutVars>
      </dgm:prSet>
      <dgm:spPr/>
    </dgm:pt>
    <dgm:pt modelId="{5821AE53-E6A6-4941-888D-FF8AAAFAC664}" type="pres">
      <dgm:prSet presAssocID="{33E019D8-6D34-476A-BD2E-2AD29EDCD0B8}" presName="childTextBox" presStyleLbl="fgAccFollowNode1" presStyleIdx="3" presStyleCnt="4">
        <dgm:presLayoutVars>
          <dgm:bulletEnabled val="1"/>
        </dgm:presLayoutVars>
      </dgm:prSet>
      <dgm:spPr/>
    </dgm:pt>
    <dgm:pt modelId="{0DE4FFFA-FF34-490D-AAF4-F1BE19ECB903}" type="pres">
      <dgm:prSet presAssocID="{BCB801F1-7F4A-4E66-8470-198BB374DF82}" presName="sp" presStyleCnt="0"/>
      <dgm:spPr/>
    </dgm:pt>
    <dgm:pt modelId="{C4C4FA97-1170-4471-835C-2524BC580C95}" type="pres">
      <dgm:prSet presAssocID="{A8174B8D-FAA2-4205-B8E7-CBCCE376BE3F}" presName="arrowAndChildren" presStyleCnt="0"/>
      <dgm:spPr/>
    </dgm:pt>
    <dgm:pt modelId="{C73C3A14-0B62-4AB3-837E-64A4D6CA6D5E}" type="pres">
      <dgm:prSet presAssocID="{A8174B8D-FAA2-4205-B8E7-CBCCE376BE3F}" presName="parentTextArrow" presStyleLbl="node1" presStyleIdx="1" presStyleCnt="2"/>
      <dgm:spPr/>
    </dgm:pt>
  </dgm:ptLst>
  <dgm:cxnLst>
    <dgm:cxn modelId="{D3271B05-6341-4E5C-BE1A-445E7D7B1F10}" type="presOf" srcId="{3F951F73-D7A8-4350-800B-CC01AC269206}" destId="{EAD989C8-8E58-45DE-8DF0-93C4873FF2F2}" srcOrd="1" destOrd="0" presId="urn:microsoft.com/office/officeart/2005/8/layout/process4"/>
    <dgm:cxn modelId="{943A500D-EC19-400F-AF53-B3794A555406}" type="presOf" srcId="{3F951F73-D7A8-4350-800B-CC01AC269206}" destId="{0083DC33-30FA-4A46-B345-A38AB3F889ED}" srcOrd="0" destOrd="0" presId="urn:microsoft.com/office/officeart/2005/8/layout/process4"/>
    <dgm:cxn modelId="{94F0E40E-23AE-40F6-B2E4-86D2553D7E22}" srcId="{3F951F73-D7A8-4350-800B-CC01AC269206}" destId="{2F1393F4-7EC6-4818-9A09-81C3EE5C1132}" srcOrd="2" destOrd="0" parTransId="{BF0CEBFE-731C-4FC5-B4FB-7A635C8072E3}" sibTransId="{92EDA875-83A5-41A5-8C5C-C7EAE5F68CA2}"/>
    <dgm:cxn modelId="{2F11F519-71DD-4FA7-AF36-53987C2566F3}" srcId="{05B2F38A-B3BC-4CA3-ACB9-7252D61BF16D}" destId="{A8174B8D-FAA2-4205-B8E7-CBCCE376BE3F}" srcOrd="0" destOrd="0" parTransId="{5B89E448-90D6-4A8D-9791-1F471AB8AC6E}" sibTransId="{BCB801F1-7F4A-4E66-8470-198BB374DF82}"/>
    <dgm:cxn modelId="{6758D230-BD5B-4C40-AFDF-FAC34789DA67}" type="presOf" srcId="{33E019D8-6D34-476A-BD2E-2AD29EDCD0B8}" destId="{5821AE53-E6A6-4941-888D-FF8AAAFAC664}" srcOrd="0" destOrd="0" presId="urn:microsoft.com/office/officeart/2005/8/layout/process4"/>
    <dgm:cxn modelId="{5A20C135-B82B-4331-B524-15B0B8EE1FEC}" type="presOf" srcId="{7E68A9A8-1368-4A74-9AD4-323922058221}" destId="{9EF14BFF-4ADA-403F-A00B-A93F8EF7EA68}" srcOrd="0" destOrd="0" presId="urn:microsoft.com/office/officeart/2005/8/layout/process4"/>
    <dgm:cxn modelId="{82642969-34FC-465B-B825-4A0D6A2E5FD7}" srcId="{3F951F73-D7A8-4350-800B-CC01AC269206}" destId="{33E019D8-6D34-476A-BD2E-2AD29EDCD0B8}" srcOrd="3" destOrd="0" parTransId="{528004C2-99D5-465F-8AF0-06AB02686D92}" sibTransId="{F5BCBEE1-B42C-4B53-83E7-0E28A8CE066A}"/>
    <dgm:cxn modelId="{5251C64F-825B-4C49-825E-20BF20464BD4}" srcId="{3F951F73-D7A8-4350-800B-CC01AC269206}" destId="{7E68A9A8-1368-4A74-9AD4-323922058221}" srcOrd="1" destOrd="0" parTransId="{AEFBADB0-B517-4744-B479-4448F8697851}" sibTransId="{5480D816-99EA-4B3E-8EC9-FE4F29BF2A41}"/>
    <dgm:cxn modelId="{5E034C80-6023-4A54-A06D-7E1D14C8CC69}" type="presOf" srcId="{2F1393F4-7EC6-4818-9A09-81C3EE5C1132}" destId="{B16BBCB2-6D84-4596-A6BF-A386C23CAB8C}" srcOrd="0" destOrd="0" presId="urn:microsoft.com/office/officeart/2005/8/layout/process4"/>
    <dgm:cxn modelId="{B72436A2-1A5E-4E50-97ED-6401972EC7AA}" type="presOf" srcId="{A8174B8D-FAA2-4205-B8E7-CBCCE376BE3F}" destId="{C73C3A14-0B62-4AB3-837E-64A4D6CA6D5E}" srcOrd="0" destOrd="0" presId="urn:microsoft.com/office/officeart/2005/8/layout/process4"/>
    <dgm:cxn modelId="{75F8D4B8-5B1A-4B9C-B821-0D8CE17B4565}" type="presOf" srcId="{05B2F38A-B3BC-4CA3-ACB9-7252D61BF16D}" destId="{FE44A06E-6A9A-4BFD-B757-0D9C98541CC8}" srcOrd="0" destOrd="0" presId="urn:microsoft.com/office/officeart/2005/8/layout/process4"/>
    <dgm:cxn modelId="{188D5EBC-0F6D-4025-8077-1DC1F7A93657}" type="presOf" srcId="{78634C0B-14AB-4A49-B030-05BEE7F83ADB}" destId="{A867596D-4B1B-480C-A95E-8DD25C2D968D}" srcOrd="0" destOrd="0" presId="urn:microsoft.com/office/officeart/2005/8/layout/process4"/>
    <dgm:cxn modelId="{406781D7-AFDB-457A-8FF7-9B42FF477D16}" srcId="{05B2F38A-B3BC-4CA3-ACB9-7252D61BF16D}" destId="{3F951F73-D7A8-4350-800B-CC01AC269206}" srcOrd="1" destOrd="0" parTransId="{71558853-32DB-4208-9DFF-3C4009224C50}" sibTransId="{D93CCFC3-C3D5-4F49-AD7C-33DFEFBA0039}"/>
    <dgm:cxn modelId="{C78DC0EA-A12C-470D-B2D5-C47FD80EE16E}" srcId="{3F951F73-D7A8-4350-800B-CC01AC269206}" destId="{78634C0B-14AB-4A49-B030-05BEE7F83ADB}" srcOrd="0" destOrd="0" parTransId="{845285A2-2B13-4CBE-8608-1D9C696F2339}" sibTransId="{5DE7609B-3FA3-4C0F-9965-EE4D22924A79}"/>
    <dgm:cxn modelId="{F8F5D51E-CC64-4911-A121-D6FB1FC53B7F}" type="presParOf" srcId="{FE44A06E-6A9A-4BFD-B757-0D9C98541CC8}" destId="{638D383B-7919-4FC0-AF85-E6393B72C281}" srcOrd="0" destOrd="0" presId="urn:microsoft.com/office/officeart/2005/8/layout/process4"/>
    <dgm:cxn modelId="{04BB981F-7D73-4D98-B221-F83904537D62}" type="presParOf" srcId="{638D383B-7919-4FC0-AF85-E6393B72C281}" destId="{0083DC33-30FA-4A46-B345-A38AB3F889ED}" srcOrd="0" destOrd="0" presId="urn:microsoft.com/office/officeart/2005/8/layout/process4"/>
    <dgm:cxn modelId="{5EB96253-93A1-47C6-A090-5D676114388D}" type="presParOf" srcId="{638D383B-7919-4FC0-AF85-E6393B72C281}" destId="{EAD989C8-8E58-45DE-8DF0-93C4873FF2F2}" srcOrd="1" destOrd="0" presId="urn:microsoft.com/office/officeart/2005/8/layout/process4"/>
    <dgm:cxn modelId="{F2620289-8B2B-45D2-B2F3-737EE4730F71}" type="presParOf" srcId="{638D383B-7919-4FC0-AF85-E6393B72C281}" destId="{B5CBB0F8-04C2-4330-B027-E5C73D677B88}" srcOrd="2" destOrd="0" presId="urn:microsoft.com/office/officeart/2005/8/layout/process4"/>
    <dgm:cxn modelId="{DD5F5224-5E21-41CC-B09B-81FC6392D488}" type="presParOf" srcId="{B5CBB0F8-04C2-4330-B027-E5C73D677B88}" destId="{A867596D-4B1B-480C-A95E-8DD25C2D968D}" srcOrd="0" destOrd="0" presId="urn:microsoft.com/office/officeart/2005/8/layout/process4"/>
    <dgm:cxn modelId="{CA69D173-ECFB-4853-8524-4132FACEE98C}" type="presParOf" srcId="{B5CBB0F8-04C2-4330-B027-E5C73D677B88}" destId="{9EF14BFF-4ADA-403F-A00B-A93F8EF7EA68}" srcOrd="1" destOrd="0" presId="urn:microsoft.com/office/officeart/2005/8/layout/process4"/>
    <dgm:cxn modelId="{5589C247-9F7D-47FA-921E-1978AD1BACDF}" type="presParOf" srcId="{B5CBB0F8-04C2-4330-B027-E5C73D677B88}" destId="{B16BBCB2-6D84-4596-A6BF-A386C23CAB8C}" srcOrd="2" destOrd="0" presId="urn:microsoft.com/office/officeart/2005/8/layout/process4"/>
    <dgm:cxn modelId="{CDE1003F-AC17-419C-94FD-59517CB20B8E}" type="presParOf" srcId="{B5CBB0F8-04C2-4330-B027-E5C73D677B88}" destId="{5821AE53-E6A6-4941-888D-FF8AAAFAC664}" srcOrd="3" destOrd="0" presId="urn:microsoft.com/office/officeart/2005/8/layout/process4"/>
    <dgm:cxn modelId="{72851F76-6F86-447C-8B7A-FDEC8F43B22D}" type="presParOf" srcId="{FE44A06E-6A9A-4BFD-B757-0D9C98541CC8}" destId="{0DE4FFFA-FF34-490D-AAF4-F1BE19ECB903}" srcOrd="1" destOrd="0" presId="urn:microsoft.com/office/officeart/2005/8/layout/process4"/>
    <dgm:cxn modelId="{9EB48FEC-597A-4223-BF71-D6A8882F115B}" type="presParOf" srcId="{FE44A06E-6A9A-4BFD-B757-0D9C98541CC8}" destId="{C4C4FA97-1170-4471-835C-2524BC580C95}" srcOrd="2" destOrd="0" presId="urn:microsoft.com/office/officeart/2005/8/layout/process4"/>
    <dgm:cxn modelId="{C9276727-C585-4CF4-A56A-F109B62A84EB}" type="presParOf" srcId="{C4C4FA97-1170-4471-835C-2524BC580C95}" destId="{C73C3A14-0B62-4AB3-837E-64A4D6CA6D5E}"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525A95-C491-4C13-A235-E9C4602FA6E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8F2EEFE-9A31-4AA2-9E7B-7A42F1396389}">
      <dgm:prSet/>
      <dgm:spPr/>
      <dgm:t>
        <a:bodyPr/>
        <a:lstStyle/>
        <a:p>
          <a:r>
            <a:rPr lang="en-US"/>
            <a:t>The </a:t>
          </a:r>
          <a:r>
            <a:rPr lang="en-US" b="1"/>
            <a:t>machine model </a:t>
          </a:r>
          <a:r>
            <a:rPr lang="en-US"/>
            <a:t>is at the lowest level of abstraction</a:t>
          </a:r>
        </a:p>
      </dgm:t>
    </dgm:pt>
    <dgm:pt modelId="{387FFB27-3C2A-408B-ACA3-5D3288D262FE}" type="parTrans" cxnId="{06495C36-C5A1-48FD-A96C-751E8B679713}">
      <dgm:prSet/>
      <dgm:spPr/>
      <dgm:t>
        <a:bodyPr/>
        <a:lstStyle/>
        <a:p>
          <a:endParaRPr lang="en-US"/>
        </a:p>
      </dgm:t>
    </dgm:pt>
    <dgm:pt modelId="{23E7FA15-4666-4924-B3BF-DFDFCB09224C}" type="sibTrans" cxnId="{06495C36-C5A1-48FD-A96C-751E8B679713}">
      <dgm:prSet/>
      <dgm:spPr/>
      <dgm:t>
        <a:bodyPr/>
        <a:lstStyle/>
        <a:p>
          <a:endParaRPr lang="en-US"/>
        </a:p>
      </dgm:t>
    </dgm:pt>
    <dgm:pt modelId="{5620E13D-CA9D-4204-9BB6-E391161E877D}">
      <dgm:prSet/>
      <dgm:spPr/>
      <dgm:t>
        <a:bodyPr/>
        <a:lstStyle/>
        <a:p>
          <a:r>
            <a:rPr lang="en-US"/>
            <a:t>Consists of a description of hardware and operating system, e.g., the registers or the input and output buffers. </a:t>
          </a:r>
        </a:p>
      </dgm:t>
    </dgm:pt>
    <dgm:pt modelId="{A3A3F5FC-77AA-4301-8371-6DD18971EF68}" type="parTrans" cxnId="{43860FE9-150E-488C-A129-F19E7024EA98}">
      <dgm:prSet/>
      <dgm:spPr/>
      <dgm:t>
        <a:bodyPr/>
        <a:lstStyle/>
        <a:p>
          <a:endParaRPr lang="en-US"/>
        </a:p>
      </dgm:t>
    </dgm:pt>
    <dgm:pt modelId="{6BA4DB68-85D9-495A-836D-2D1A769E0016}" type="sibTrans" cxnId="{43860FE9-150E-488C-A129-F19E7024EA98}">
      <dgm:prSet/>
      <dgm:spPr/>
      <dgm:t>
        <a:bodyPr/>
        <a:lstStyle/>
        <a:p>
          <a:endParaRPr lang="en-US"/>
        </a:p>
      </dgm:t>
    </dgm:pt>
    <dgm:pt modelId="{633B79BA-676F-48CB-967D-3B223ADE7475}">
      <dgm:prSet/>
      <dgm:spPr/>
      <dgm:t>
        <a:bodyPr/>
        <a:lstStyle/>
        <a:p>
          <a:r>
            <a:rPr lang="en-US"/>
            <a:t>Assembly languages are based on this level of models.</a:t>
          </a:r>
        </a:p>
      </dgm:t>
    </dgm:pt>
    <dgm:pt modelId="{CF3293D3-F8BF-47EE-AF2B-FD52C86240E6}" type="parTrans" cxnId="{353F8256-3889-41CD-B3B4-B5BD5B4A8AEB}">
      <dgm:prSet/>
      <dgm:spPr/>
      <dgm:t>
        <a:bodyPr/>
        <a:lstStyle/>
        <a:p>
          <a:endParaRPr lang="en-US"/>
        </a:p>
      </dgm:t>
    </dgm:pt>
    <dgm:pt modelId="{1FA5A06D-087F-43B5-A50F-CE49823FE8DE}" type="sibTrans" cxnId="{353F8256-3889-41CD-B3B4-B5BD5B4A8AEB}">
      <dgm:prSet/>
      <dgm:spPr/>
      <dgm:t>
        <a:bodyPr/>
        <a:lstStyle/>
        <a:p>
          <a:endParaRPr lang="en-US"/>
        </a:p>
      </dgm:t>
    </dgm:pt>
    <dgm:pt modelId="{6B874CE2-15A9-452A-8581-3E3290D3AA9D}" type="pres">
      <dgm:prSet presAssocID="{30525A95-C491-4C13-A235-E9C4602FA6E6}" presName="root" presStyleCnt="0">
        <dgm:presLayoutVars>
          <dgm:dir/>
          <dgm:resizeHandles val="exact"/>
        </dgm:presLayoutVars>
      </dgm:prSet>
      <dgm:spPr/>
    </dgm:pt>
    <dgm:pt modelId="{870C5EBA-F1CE-413F-81EC-C323B4CAF7AD}" type="pres">
      <dgm:prSet presAssocID="{E8F2EEFE-9A31-4AA2-9E7B-7A42F1396389}" presName="compNode" presStyleCnt="0"/>
      <dgm:spPr/>
    </dgm:pt>
    <dgm:pt modelId="{44EE5AA7-98D0-41C2-9737-5FB62D0B473B}" type="pres">
      <dgm:prSet presAssocID="{E8F2EEFE-9A31-4AA2-9E7B-7A42F1396389}" presName="bgRect" presStyleLbl="bgShp" presStyleIdx="0" presStyleCnt="3"/>
      <dgm:spPr/>
    </dgm:pt>
    <dgm:pt modelId="{03A1F6C6-9E64-43ED-A5C6-F68840F5DAD8}" type="pres">
      <dgm:prSet presAssocID="{E8F2EEFE-9A31-4AA2-9E7B-7A42F139638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994F7EBF-3964-4867-930C-83BB901F97A4}" type="pres">
      <dgm:prSet presAssocID="{E8F2EEFE-9A31-4AA2-9E7B-7A42F1396389}" presName="spaceRect" presStyleCnt="0"/>
      <dgm:spPr/>
    </dgm:pt>
    <dgm:pt modelId="{D0F1C41D-C5FC-4C88-8691-D98025D7B426}" type="pres">
      <dgm:prSet presAssocID="{E8F2EEFE-9A31-4AA2-9E7B-7A42F1396389}" presName="parTx" presStyleLbl="revTx" presStyleIdx="0" presStyleCnt="3">
        <dgm:presLayoutVars>
          <dgm:chMax val="0"/>
          <dgm:chPref val="0"/>
        </dgm:presLayoutVars>
      </dgm:prSet>
      <dgm:spPr/>
    </dgm:pt>
    <dgm:pt modelId="{0B6FA1C2-BBFB-452A-84D8-513A032A45EF}" type="pres">
      <dgm:prSet presAssocID="{23E7FA15-4666-4924-B3BF-DFDFCB09224C}" presName="sibTrans" presStyleCnt="0"/>
      <dgm:spPr/>
    </dgm:pt>
    <dgm:pt modelId="{B4BB6C88-49D8-4D2A-B67C-1F33189CCD07}" type="pres">
      <dgm:prSet presAssocID="{5620E13D-CA9D-4204-9BB6-E391161E877D}" presName="compNode" presStyleCnt="0"/>
      <dgm:spPr/>
    </dgm:pt>
    <dgm:pt modelId="{9EE72A64-B832-43C0-A943-5F3421364F37}" type="pres">
      <dgm:prSet presAssocID="{5620E13D-CA9D-4204-9BB6-E391161E877D}" presName="bgRect" presStyleLbl="bgShp" presStyleIdx="1" presStyleCnt="3"/>
      <dgm:spPr/>
    </dgm:pt>
    <dgm:pt modelId="{DABCCE3E-44FC-4BD6-A3F2-AE104F8636A4}" type="pres">
      <dgm:prSet presAssocID="{5620E13D-CA9D-4204-9BB6-E391161E877D}" presName="iconRect" presStyleLbl="node1" presStyleIdx="1" presStyleCnt="3"/>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3607CC0A-1C44-4F2B-BA03-25C594C29B7B}" type="pres">
      <dgm:prSet presAssocID="{5620E13D-CA9D-4204-9BB6-E391161E877D}" presName="spaceRect" presStyleCnt="0"/>
      <dgm:spPr/>
    </dgm:pt>
    <dgm:pt modelId="{B53913A4-3829-4011-8C45-FA7BF47CB19A}" type="pres">
      <dgm:prSet presAssocID="{5620E13D-CA9D-4204-9BB6-E391161E877D}" presName="parTx" presStyleLbl="revTx" presStyleIdx="1" presStyleCnt="3">
        <dgm:presLayoutVars>
          <dgm:chMax val="0"/>
          <dgm:chPref val="0"/>
        </dgm:presLayoutVars>
      </dgm:prSet>
      <dgm:spPr/>
    </dgm:pt>
    <dgm:pt modelId="{D1D7695F-79DB-4E06-91CC-99EDA92335E2}" type="pres">
      <dgm:prSet presAssocID="{6BA4DB68-85D9-495A-836D-2D1A769E0016}" presName="sibTrans" presStyleCnt="0"/>
      <dgm:spPr/>
    </dgm:pt>
    <dgm:pt modelId="{8D3A2451-6B06-49B6-A4A5-423D3F880205}" type="pres">
      <dgm:prSet presAssocID="{633B79BA-676F-48CB-967D-3B223ADE7475}" presName="compNode" presStyleCnt="0"/>
      <dgm:spPr/>
    </dgm:pt>
    <dgm:pt modelId="{49CDF8DB-B72B-40AD-91EC-ABEBBA69EA6F}" type="pres">
      <dgm:prSet presAssocID="{633B79BA-676F-48CB-967D-3B223ADE7475}" presName="bgRect" presStyleLbl="bgShp" presStyleIdx="2" presStyleCnt="3"/>
      <dgm:spPr/>
    </dgm:pt>
    <dgm:pt modelId="{5CAFFF28-3F6D-463B-AF1C-8709236939A2}" type="pres">
      <dgm:prSet presAssocID="{633B79BA-676F-48CB-967D-3B223ADE7475}" presName="iconRect" presStyleLbl="node1" presStyleIdx="2" presStyleCnt="3"/>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4FA1BDB0-BF49-451F-9013-6A145A33D47A}" type="pres">
      <dgm:prSet presAssocID="{633B79BA-676F-48CB-967D-3B223ADE7475}" presName="spaceRect" presStyleCnt="0"/>
      <dgm:spPr/>
    </dgm:pt>
    <dgm:pt modelId="{C4674EE0-4B37-4364-B9D4-CE0A3C14DC94}" type="pres">
      <dgm:prSet presAssocID="{633B79BA-676F-48CB-967D-3B223ADE7475}" presName="parTx" presStyleLbl="revTx" presStyleIdx="2" presStyleCnt="3">
        <dgm:presLayoutVars>
          <dgm:chMax val="0"/>
          <dgm:chPref val="0"/>
        </dgm:presLayoutVars>
      </dgm:prSet>
      <dgm:spPr/>
    </dgm:pt>
  </dgm:ptLst>
  <dgm:cxnLst>
    <dgm:cxn modelId="{BFC5302D-4B7B-4C8A-A319-6EB0801FE805}" type="presOf" srcId="{30525A95-C491-4C13-A235-E9C4602FA6E6}" destId="{6B874CE2-15A9-452A-8581-3E3290D3AA9D}" srcOrd="0" destOrd="0" presId="urn:microsoft.com/office/officeart/2018/2/layout/IconVerticalSolidList"/>
    <dgm:cxn modelId="{06495C36-C5A1-48FD-A96C-751E8B679713}" srcId="{30525A95-C491-4C13-A235-E9C4602FA6E6}" destId="{E8F2EEFE-9A31-4AA2-9E7B-7A42F1396389}" srcOrd="0" destOrd="0" parTransId="{387FFB27-3C2A-408B-ACA3-5D3288D262FE}" sibTransId="{23E7FA15-4666-4924-B3BF-DFDFCB09224C}"/>
    <dgm:cxn modelId="{28AB4B46-64EE-4947-BF6E-5B90DD10BB92}" type="presOf" srcId="{5620E13D-CA9D-4204-9BB6-E391161E877D}" destId="{B53913A4-3829-4011-8C45-FA7BF47CB19A}" srcOrd="0" destOrd="0" presId="urn:microsoft.com/office/officeart/2018/2/layout/IconVerticalSolidList"/>
    <dgm:cxn modelId="{353F8256-3889-41CD-B3B4-B5BD5B4A8AEB}" srcId="{30525A95-C491-4C13-A235-E9C4602FA6E6}" destId="{633B79BA-676F-48CB-967D-3B223ADE7475}" srcOrd="2" destOrd="0" parTransId="{CF3293D3-F8BF-47EE-AF2B-FD52C86240E6}" sibTransId="{1FA5A06D-087F-43B5-A50F-CE49823FE8DE}"/>
    <dgm:cxn modelId="{A7C1DE79-4AA4-4359-ADA9-D81384284D84}" type="presOf" srcId="{E8F2EEFE-9A31-4AA2-9E7B-7A42F1396389}" destId="{D0F1C41D-C5FC-4C88-8691-D98025D7B426}" srcOrd="0" destOrd="0" presId="urn:microsoft.com/office/officeart/2018/2/layout/IconVerticalSolidList"/>
    <dgm:cxn modelId="{43860FE9-150E-488C-A129-F19E7024EA98}" srcId="{30525A95-C491-4C13-A235-E9C4602FA6E6}" destId="{5620E13D-CA9D-4204-9BB6-E391161E877D}" srcOrd="1" destOrd="0" parTransId="{A3A3F5FC-77AA-4301-8371-6DD18971EF68}" sibTransId="{6BA4DB68-85D9-495A-836D-2D1A769E0016}"/>
    <dgm:cxn modelId="{5CA96AF5-F5B8-4C65-B025-7856AC13A20D}" type="presOf" srcId="{633B79BA-676F-48CB-967D-3B223ADE7475}" destId="{C4674EE0-4B37-4364-B9D4-CE0A3C14DC94}" srcOrd="0" destOrd="0" presId="urn:microsoft.com/office/officeart/2018/2/layout/IconVerticalSolidList"/>
    <dgm:cxn modelId="{495CCA66-8061-4173-950E-CA47C56A2A3E}" type="presParOf" srcId="{6B874CE2-15A9-452A-8581-3E3290D3AA9D}" destId="{870C5EBA-F1CE-413F-81EC-C323B4CAF7AD}" srcOrd="0" destOrd="0" presId="urn:microsoft.com/office/officeart/2018/2/layout/IconVerticalSolidList"/>
    <dgm:cxn modelId="{151C7C4C-1BD0-4302-9441-17F4D1AEDB70}" type="presParOf" srcId="{870C5EBA-F1CE-413F-81EC-C323B4CAF7AD}" destId="{44EE5AA7-98D0-41C2-9737-5FB62D0B473B}" srcOrd="0" destOrd="0" presId="urn:microsoft.com/office/officeart/2018/2/layout/IconVerticalSolidList"/>
    <dgm:cxn modelId="{7B0F390E-D9F1-4B8E-A802-62D9AE77114D}" type="presParOf" srcId="{870C5EBA-F1CE-413F-81EC-C323B4CAF7AD}" destId="{03A1F6C6-9E64-43ED-A5C6-F68840F5DAD8}" srcOrd="1" destOrd="0" presId="urn:microsoft.com/office/officeart/2018/2/layout/IconVerticalSolidList"/>
    <dgm:cxn modelId="{882AF4BB-8DE8-4333-B95E-D96C3103599D}" type="presParOf" srcId="{870C5EBA-F1CE-413F-81EC-C323B4CAF7AD}" destId="{994F7EBF-3964-4867-930C-83BB901F97A4}" srcOrd="2" destOrd="0" presId="urn:microsoft.com/office/officeart/2018/2/layout/IconVerticalSolidList"/>
    <dgm:cxn modelId="{DBFA4DD8-0704-4CDF-A920-13CB4D0B4B51}" type="presParOf" srcId="{870C5EBA-F1CE-413F-81EC-C323B4CAF7AD}" destId="{D0F1C41D-C5FC-4C88-8691-D98025D7B426}" srcOrd="3" destOrd="0" presId="urn:microsoft.com/office/officeart/2018/2/layout/IconVerticalSolidList"/>
    <dgm:cxn modelId="{A151EB38-FBA8-4718-AA86-6EDB9077F8ED}" type="presParOf" srcId="{6B874CE2-15A9-452A-8581-3E3290D3AA9D}" destId="{0B6FA1C2-BBFB-452A-84D8-513A032A45EF}" srcOrd="1" destOrd="0" presId="urn:microsoft.com/office/officeart/2018/2/layout/IconVerticalSolidList"/>
    <dgm:cxn modelId="{248AAABA-265A-44CE-9F3B-7BD029CCDD7A}" type="presParOf" srcId="{6B874CE2-15A9-452A-8581-3E3290D3AA9D}" destId="{B4BB6C88-49D8-4D2A-B67C-1F33189CCD07}" srcOrd="2" destOrd="0" presId="urn:microsoft.com/office/officeart/2018/2/layout/IconVerticalSolidList"/>
    <dgm:cxn modelId="{A96E0A32-F1BD-426E-AADC-FC947EE26CF9}" type="presParOf" srcId="{B4BB6C88-49D8-4D2A-B67C-1F33189CCD07}" destId="{9EE72A64-B832-43C0-A943-5F3421364F37}" srcOrd="0" destOrd="0" presId="urn:microsoft.com/office/officeart/2018/2/layout/IconVerticalSolidList"/>
    <dgm:cxn modelId="{5CEA8741-DB6B-4513-A9F3-B79894875343}" type="presParOf" srcId="{B4BB6C88-49D8-4D2A-B67C-1F33189CCD07}" destId="{DABCCE3E-44FC-4BD6-A3F2-AE104F8636A4}" srcOrd="1" destOrd="0" presId="urn:microsoft.com/office/officeart/2018/2/layout/IconVerticalSolidList"/>
    <dgm:cxn modelId="{072278DC-8287-4E06-A6CC-6D185F0468F4}" type="presParOf" srcId="{B4BB6C88-49D8-4D2A-B67C-1F33189CCD07}" destId="{3607CC0A-1C44-4F2B-BA03-25C594C29B7B}" srcOrd="2" destOrd="0" presId="urn:microsoft.com/office/officeart/2018/2/layout/IconVerticalSolidList"/>
    <dgm:cxn modelId="{13D54963-6C2A-4884-957E-5DE064F29610}" type="presParOf" srcId="{B4BB6C88-49D8-4D2A-B67C-1F33189CCD07}" destId="{B53913A4-3829-4011-8C45-FA7BF47CB19A}" srcOrd="3" destOrd="0" presId="urn:microsoft.com/office/officeart/2018/2/layout/IconVerticalSolidList"/>
    <dgm:cxn modelId="{BB449187-B557-4D5C-ABD1-AE0B59436B84}" type="presParOf" srcId="{6B874CE2-15A9-452A-8581-3E3290D3AA9D}" destId="{D1D7695F-79DB-4E06-91CC-99EDA92335E2}" srcOrd="3" destOrd="0" presId="urn:microsoft.com/office/officeart/2018/2/layout/IconVerticalSolidList"/>
    <dgm:cxn modelId="{7EF7E58A-EA0F-4CC3-9A26-A5ADA32D8595}" type="presParOf" srcId="{6B874CE2-15A9-452A-8581-3E3290D3AA9D}" destId="{8D3A2451-6B06-49B6-A4A5-423D3F880205}" srcOrd="4" destOrd="0" presId="urn:microsoft.com/office/officeart/2018/2/layout/IconVerticalSolidList"/>
    <dgm:cxn modelId="{C0EAE614-5DF3-4799-94A6-51FDF2432960}" type="presParOf" srcId="{8D3A2451-6B06-49B6-A4A5-423D3F880205}" destId="{49CDF8DB-B72B-40AD-91EC-ABEBBA69EA6F}" srcOrd="0" destOrd="0" presId="urn:microsoft.com/office/officeart/2018/2/layout/IconVerticalSolidList"/>
    <dgm:cxn modelId="{96891C14-A1CF-46C4-AF8E-ED1239C34D8E}" type="presParOf" srcId="{8D3A2451-6B06-49B6-A4A5-423D3F880205}" destId="{5CAFFF28-3F6D-463B-AF1C-8709236939A2}" srcOrd="1" destOrd="0" presId="urn:microsoft.com/office/officeart/2018/2/layout/IconVerticalSolidList"/>
    <dgm:cxn modelId="{F9FE27F7-BC32-4898-BFB0-76EF45911460}" type="presParOf" srcId="{8D3A2451-6B06-49B6-A4A5-423D3F880205}" destId="{4FA1BDB0-BF49-451F-9013-6A145A33D47A}" srcOrd="2" destOrd="0" presId="urn:microsoft.com/office/officeart/2018/2/layout/IconVerticalSolidList"/>
    <dgm:cxn modelId="{3ED99DF4-8D36-4329-9C78-CC9EAD2B49E9}" type="presParOf" srcId="{8D3A2451-6B06-49B6-A4A5-423D3F880205}" destId="{C4674EE0-4B37-4364-B9D4-CE0A3C14DC9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FA614B-6346-4000-A156-F7F2F1ABEBF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7918B73-E89C-4247-9451-FFDFCC3EA980}">
      <dgm:prSet/>
      <dgm:spPr/>
      <dgm:t>
        <a:bodyPr/>
        <a:lstStyle/>
        <a:p>
          <a:pPr>
            <a:lnSpc>
              <a:spcPct val="100000"/>
            </a:lnSpc>
          </a:pPr>
          <a:r>
            <a:rPr lang="en-US" b="1"/>
            <a:t>Architectural models </a:t>
          </a:r>
          <a:r>
            <a:rPr lang="en-US"/>
            <a:t>are at the next level of abstraction.</a:t>
          </a:r>
        </a:p>
      </dgm:t>
    </dgm:pt>
    <dgm:pt modelId="{4A39175A-1C51-4220-96B0-C458BF2E006A}" type="parTrans" cxnId="{D0D9E8A8-2FBC-4FF7-9D36-3FAF1E13988F}">
      <dgm:prSet/>
      <dgm:spPr/>
      <dgm:t>
        <a:bodyPr/>
        <a:lstStyle/>
        <a:p>
          <a:endParaRPr lang="en-US"/>
        </a:p>
      </dgm:t>
    </dgm:pt>
    <dgm:pt modelId="{E73A4CCE-4440-401E-A874-16B8EE9CC91A}" type="sibTrans" cxnId="{D0D9E8A8-2FBC-4FF7-9D36-3FAF1E13988F}">
      <dgm:prSet/>
      <dgm:spPr/>
      <dgm:t>
        <a:bodyPr/>
        <a:lstStyle/>
        <a:p>
          <a:endParaRPr lang="en-US"/>
        </a:p>
      </dgm:t>
    </dgm:pt>
    <dgm:pt modelId="{AD73D00D-3DD5-4439-9843-D6A20DE87C9D}">
      <dgm:prSet/>
      <dgm:spPr/>
      <dgm:t>
        <a:bodyPr/>
        <a:lstStyle/>
        <a:p>
          <a:pPr>
            <a:lnSpc>
              <a:spcPct val="100000"/>
            </a:lnSpc>
          </a:pPr>
          <a:r>
            <a:rPr lang="en-US"/>
            <a:t>Properties described at this level include the interconnection network of parallel platforms, the memory of single instructions by SIMD or MIMD etc.</a:t>
          </a:r>
        </a:p>
      </dgm:t>
    </dgm:pt>
    <dgm:pt modelId="{FA4ABC0F-1C1E-4519-856E-5B5E2166E8A5}" type="parTrans" cxnId="{0F424A26-807C-424B-A754-819D79081379}">
      <dgm:prSet/>
      <dgm:spPr/>
      <dgm:t>
        <a:bodyPr/>
        <a:lstStyle/>
        <a:p>
          <a:endParaRPr lang="en-US"/>
        </a:p>
      </dgm:t>
    </dgm:pt>
    <dgm:pt modelId="{1A3DA725-E112-4738-8D3A-E22D7AA642A5}" type="sibTrans" cxnId="{0F424A26-807C-424B-A754-819D79081379}">
      <dgm:prSet/>
      <dgm:spPr/>
      <dgm:t>
        <a:bodyPr/>
        <a:lstStyle/>
        <a:p>
          <a:endParaRPr lang="en-US"/>
        </a:p>
      </dgm:t>
    </dgm:pt>
    <dgm:pt modelId="{CBAE7431-204B-4352-970D-053AD8A0FBD8}" type="pres">
      <dgm:prSet presAssocID="{9BFA614B-6346-4000-A156-F7F2F1ABEBF0}" presName="root" presStyleCnt="0">
        <dgm:presLayoutVars>
          <dgm:dir/>
          <dgm:resizeHandles val="exact"/>
        </dgm:presLayoutVars>
      </dgm:prSet>
      <dgm:spPr/>
    </dgm:pt>
    <dgm:pt modelId="{19C34F8E-6E1E-478F-B8FA-1D32FE413B6E}" type="pres">
      <dgm:prSet presAssocID="{17918B73-E89C-4247-9451-FFDFCC3EA980}" presName="compNode" presStyleCnt="0"/>
      <dgm:spPr/>
    </dgm:pt>
    <dgm:pt modelId="{7BEA7DCB-DCB0-4F7C-B7EB-E9A652E6C118}" type="pres">
      <dgm:prSet presAssocID="{17918B73-E89C-4247-9451-FFDFCC3EA980}" presName="bgRect" presStyleLbl="bgShp" presStyleIdx="0" presStyleCnt="2"/>
      <dgm:spPr/>
    </dgm:pt>
    <dgm:pt modelId="{6AEA3541-9CB7-4C88-A5B7-EF6D0B573318}" type="pres">
      <dgm:prSet presAssocID="{17918B73-E89C-4247-9451-FFDFCC3EA98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8A6B1A22-324C-4DF0-BF8C-5A82F3A2C7E5}" type="pres">
      <dgm:prSet presAssocID="{17918B73-E89C-4247-9451-FFDFCC3EA980}" presName="spaceRect" presStyleCnt="0"/>
      <dgm:spPr/>
    </dgm:pt>
    <dgm:pt modelId="{F9620113-A29D-45D1-BFBC-1D49BD7ACF29}" type="pres">
      <dgm:prSet presAssocID="{17918B73-E89C-4247-9451-FFDFCC3EA980}" presName="parTx" presStyleLbl="revTx" presStyleIdx="0" presStyleCnt="2">
        <dgm:presLayoutVars>
          <dgm:chMax val="0"/>
          <dgm:chPref val="0"/>
        </dgm:presLayoutVars>
      </dgm:prSet>
      <dgm:spPr/>
    </dgm:pt>
    <dgm:pt modelId="{179B2DF0-92EC-418D-ADE0-18870D655531}" type="pres">
      <dgm:prSet presAssocID="{E73A4CCE-4440-401E-A874-16B8EE9CC91A}" presName="sibTrans" presStyleCnt="0"/>
      <dgm:spPr/>
    </dgm:pt>
    <dgm:pt modelId="{2A758A1E-8365-4559-B6DA-8D535B47525A}" type="pres">
      <dgm:prSet presAssocID="{AD73D00D-3DD5-4439-9843-D6A20DE87C9D}" presName="compNode" presStyleCnt="0"/>
      <dgm:spPr/>
    </dgm:pt>
    <dgm:pt modelId="{7C4388CC-91D0-4719-869B-11DE699211D2}" type="pres">
      <dgm:prSet presAssocID="{AD73D00D-3DD5-4439-9843-D6A20DE87C9D}" presName="bgRect" presStyleLbl="bgShp" presStyleIdx="1" presStyleCnt="2"/>
      <dgm:spPr/>
    </dgm:pt>
    <dgm:pt modelId="{983C50BE-91B6-4B13-ACE5-91318466E640}" type="pres">
      <dgm:prSet presAssocID="{AD73D00D-3DD5-4439-9843-D6A20DE87C9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C904E2F5-BD40-44CC-B9F1-272F1E64BBB4}" type="pres">
      <dgm:prSet presAssocID="{AD73D00D-3DD5-4439-9843-D6A20DE87C9D}" presName="spaceRect" presStyleCnt="0"/>
      <dgm:spPr/>
    </dgm:pt>
    <dgm:pt modelId="{CCE3D1C9-6741-493B-8954-24F1B0D361E4}" type="pres">
      <dgm:prSet presAssocID="{AD73D00D-3DD5-4439-9843-D6A20DE87C9D}" presName="parTx" presStyleLbl="revTx" presStyleIdx="1" presStyleCnt="2">
        <dgm:presLayoutVars>
          <dgm:chMax val="0"/>
          <dgm:chPref val="0"/>
        </dgm:presLayoutVars>
      </dgm:prSet>
      <dgm:spPr/>
    </dgm:pt>
  </dgm:ptLst>
  <dgm:cxnLst>
    <dgm:cxn modelId="{0F424A26-807C-424B-A754-819D79081379}" srcId="{9BFA614B-6346-4000-A156-F7F2F1ABEBF0}" destId="{AD73D00D-3DD5-4439-9843-D6A20DE87C9D}" srcOrd="1" destOrd="0" parTransId="{FA4ABC0F-1C1E-4519-856E-5B5E2166E8A5}" sibTransId="{1A3DA725-E112-4738-8D3A-E22D7AA642A5}"/>
    <dgm:cxn modelId="{0831303B-9FB3-4774-84CF-B25961F484C0}" type="presOf" srcId="{AD73D00D-3DD5-4439-9843-D6A20DE87C9D}" destId="{CCE3D1C9-6741-493B-8954-24F1B0D361E4}" srcOrd="0" destOrd="0" presId="urn:microsoft.com/office/officeart/2018/2/layout/IconVerticalSolidList"/>
    <dgm:cxn modelId="{2B7776A4-3D05-4EA3-990B-AC55770A77F3}" type="presOf" srcId="{9BFA614B-6346-4000-A156-F7F2F1ABEBF0}" destId="{CBAE7431-204B-4352-970D-053AD8A0FBD8}" srcOrd="0" destOrd="0" presId="urn:microsoft.com/office/officeart/2018/2/layout/IconVerticalSolidList"/>
    <dgm:cxn modelId="{D0D9E8A8-2FBC-4FF7-9D36-3FAF1E13988F}" srcId="{9BFA614B-6346-4000-A156-F7F2F1ABEBF0}" destId="{17918B73-E89C-4247-9451-FFDFCC3EA980}" srcOrd="0" destOrd="0" parTransId="{4A39175A-1C51-4220-96B0-C458BF2E006A}" sibTransId="{E73A4CCE-4440-401E-A874-16B8EE9CC91A}"/>
    <dgm:cxn modelId="{7AD9FCD4-7B22-422F-A3F4-4A01D2A8D07D}" type="presOf" srcId="{17918B73-E89C-4247-9451-FFDFCC3EA980}" destId="{F9620113-A29D-45D1-BFBC-1D49BD7ACF29}" srcOrd="0" destOrd="0" presId="urn:microsoft.com/office/officeart/2018/2/layout/IconVerticalSolidList"/>
    <dgm:cxn modelId="{D799CECD-14CD-4D54-B208-82AF7390A154}" type="presParOf" srcId="{CBAE7431-204B-4352-970D-053AD8A0FBD8}" destId="{19C34F8E-6E1E-478F-B8FA-1D32FE413B6E}" srcOrd="0" destOrd="0" presId="urn:microsoft.com/office/officeart/2018/2/layout/IconVerticalSolidList"/>
    <dgm:cxn modelId="{48B8B8F6-C3D8-4983-8D61-B23E77802466}" type="presParOf" srcId="{19C34F8E-6E1E-478F-B8FA-1D32FE413B6E}" destId="{7BEA7DCB-DCB0-4F7C-B7EB-E9A652E6C118}" srcOrd="0" destOrd="0" presId="urn:microsoft.com/office/officeart/2018/2/layout/IconVerticalSolidList"/>
    <dgm:cxn modelId="{3D873424-7BFE-4511-A416-D45EF4DD73C7}" type="presParOf" srcId="{19C34F8E-6E1E-478F-B8FA-1D32FE413B6E}" destId="{6AEA3541-9CB7-4C88-A5B7-EF6D0B573318}" srcOrd="1" destOrd="0" presId="urn:microsoft.com/office/officeart/2018/2/layout/IconVerticalSolidList"/>
    <dgm:cxn modelId="{78A7740C-ED30-4092-980D-AE954A92ADD6}" type="presParOf" srcId="{19C34F8E-6E1E-478F-B8FA-1D32FE413B6E}" destId="{8A6B1A22-324C-4DF0-BF8C-5A82F3A2C7E5}" srcOrd="2" destOrd="0" presId="urn:microsoft.com/office/officeart/2018/2/layout/IconVerticalSolidList"/>
    <dgm:cxn modelId="{52C787D3-2D8F-41BA-AB56-1D7DF56B5CC1}" type="presParOf" srcId="{19C34F8E-6E1E-478F-B8FA-1D32FE413B6E}" destId="{F9620113-A29D-45D1-BFBC-1D49BD7ACF29}" srcOrd="3" destOrd="0" presId="urn:microsoft.com/office/officeart/2018/2/layout/IconVerticalSolidList"/>
    <dgm:cxn modelId="{B64127F0-347D-423B-A181-E7E56BC215B0}" type="presParOf" srcId="{CBAE7431-204B-4352-970D-053AD8A0FBD8}" destId="{179B2DF0-92EC-418D-ADE0-18870D655531}" srcOrd="1" destOrd="0" presId="urn:microsoft.com/office/officeart/2018/2/layout/IconVerticalSolidList"/>
    <dgm:cxn modelId="{4FFAFD56-E966-44BA-BEE1-4128709F7770}" type="presParOf" srcId="{CBAE7431-204B-4352-970D-053AD8A0FBD8}" destId="{2A758A1E-8365-4559-B6DA-8D535B47525A}" srcOrd="2" destOrd="0" presId="urn:microsoft.com/office/officeart/2018/2/layout/IconVerticalSolidList"/>
    <dgm:cxn modelId="{829E4FBB-74EA-4391-B786-C196421BAA32}" type="presParOf" srcId="{2A758A1E-8365-4559-B6DA-8D535B47525A}" destId="{7C4388CC-91D0-4719-869B-11DE699211D2}" srcOrd="0" destOrd="0" presId="urn:microsoft.com/office/officeart/2018/2/layout/IconVerticalSolidList"/>
    <dgm:cxn modelId="{2C4D874C-BC18-4845-A8DA-1E54C9C9C25C}" type="presParOf" srcId="{2A758A1E-8365-4559-B6DA-8D535B47525A}" destId="{983C50BE-91B6-4B13-ACE5-91318466E640}" srcOrd="1" destOrd="0" presId="urn:microsoft.com/office/officeart/2018/2/layout/IconVerticalSolidList"/>
    <dgm:cxn modelId="{DFE73B67-0123-43B4-9DFF-746D3629FD59}" type="presParOf" srcId="{2A758A1E-8365-4559-B6DA-8D535B47525A}" destId="{C904E2F5-BD40-44CC-B9F1-272F1E64BBB4}" srcOrd="2" destOrd="0" presId="urn:microsoft.com/office/officeart/2018/2/layout/IconVerticalSolidList"/>
    <dgm:cxn modelId="{A810DABC-4113-43C8-94DD-FBABEEF2CDCA}" type="presParOf" srcId="{2A758A1E-8365-4559-B6DA-8D535B47525A}" destId="{CCE3D1C9-6741-493B-8954-24F1B0D361E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943372-ED71-4F34-84D0-2619D546A28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BB32665-4DDD-431A-9A1D-96943F15CA0C}">
      <dgm:prSet/>
      <dgm:spPr/>
      <dgm:t>
        <a:bodyPr/>
        <a:lstStyle/>
        <a:p>
          <a:r>
            <a:rPr lang="en-US"/>
            <a:t>The </a:t>
          </a:r>
          <a:r>
            <a:rPr lang="en-US" b="1"/>
            <a:t>computational model </a:t>
          </a:r>
          <a:r>
            <a:rPr lang="en-US"/>
            <a:t>is at the next higher level of abstraction.</a:t>
          </a:r>
        </a:p>
      </dgm:t>
    </dgm:pt>
    <dgm:pt modelId="{F5FAE619-85EE-4382-BF3A-ACE0D9261534}" type="parTrans" cxnId="{5C877BF2-C4DE-47D9-A3B5-A7BB226EDB3B}">
      <dgm:prSet/>
      <dgm:spPr/>
      <dgm:t>
        <a:bodyPr/>
        <a:lstStyle/>
        <a:p>
          <a:endParaRPr lang="en-US"/>
        </a:p>
      </dgm:t>
    </dgm:pt>
    <dgm:pt modelId="{A79858E9-5891-4EDE-8968-6115286D0423}" type="sibTrans" cxnId="{5C877BF2-C4DE-47D9-A3B5-A7BB226EDB3B}">
      <dgm:prSet/>
      <dgm:spPr/>
      <dgm:t>
        <a:bodyPr/>
        <a:lstStyle/>
        <a:p>
          <a:endParaRPr lang="en-US"/>
        </a:p>
      </dgm:t>
    </dgm:pt>
    <dgm:pt modelId="{5DCCD840-217A-4DAE-801C-85F65ECF8BEE}">
      <dgm:prSet/>
      <dgm:spPr/>
      <dgm:t>
        <a:bodyPr/>
        <a:lstStyle/>
        <a:p>
          <a:r>
            <a:rPr lang="en-US"/>
            <a:t>It offers an abstract or more formal model of a corresponding architectural model. </a:t>
          </a:r>
        </a:p>
      </dgm:t>
    </dgm:pt>
    <dgm:pt modelId="{C7A4FCC4-62EB-400A-83FB-6EFF3F2257A0}" type="parTrans" cxnId="{766867CC-708F-439D-9F64-6064E668F995}">
      <dgm:prSet/>
      <dgm:spPr/>
      <dgm:t>
        <a:bodyPr/>
        <a:lstStyle/>
        <a:p>
          <a:endParaRPr lang="en-US"/>
        </a:p>
      </dgm:t>
    </dgm:pt>
    <dgm:pt modelId="{29549076-75BC-40DE-9F71-A0FA7D84133D}" type="sibTrans" cxnId="{766867CC-708F-439D-9F64-6064E668F995}">
      <dgm:prSet/>
      <dgm:spPr/>
      <dgm:t>
        <a:bodyPr/>
        <a:lstStyle/>
        <a:p>
          <a:endParaRPr lang="en-US"/>
        </a:p>
      </dgm:t>
    </dgm:pt>
    <dgm:pt modelId="{E77DEF1F-C991-4AC5-9ADF-2C1829DA5E71}">
      <dgm:prSet/>
      <dgm:spPr/>
      <dgm:t>
        <a:bodyPr/>
        <a:lstStyle/>
        <a:p>
          <a:r>
            <a:rPr lang="en-US"/>
            <a:t>It provides cost functions reflecting the time needed for the execution of an algorithm on the resources of a computer given by an architectural model. </a:t>
          </a:r>
        </a:p>
      </dgm:t>
    </dgm:pt>
    <dgm:pt modelId="{30EE8DDD-E103-400E-A5E3-D0156FCD4735}" type="parTrans" cxnId="{92CE63DE-2EA0-4607-970A-D866BEB05B49}">
      <dgm:prSet/>
      <dgm:spPr/>
      <dgm:t>
        <a:bodyPr/>
        <a:lstStyle/>
        <a:p>
          <a:endParaRPr lang="en-US"/>
        </a:p>
      </dgm:t>
    </dgm:pt>
    <dgm:pt modelId="{72F30282-FBDE-4516-B92F-3A8B43B57454}" type="sibTrans" cxnId="{92CE63DE-2EA0-4607-970A-D866BEB05B49}">
      <dgm:prSet/>
      <dgm:spPr/>
      <dgm:t>
        <a:bodyPr/>
        <a:lstStyle/>
        <a:p>
          <a:endParaRPr lang="en-US"/>
        </a:p>
      </dgm:t>
    </dgm:pt>
    <dgm:pt modelId="{9AFB3699-545C-43D0-87BF-6F38C1C1A337}">
      <dgm:prSet/>
      <dgm:spPr/>
      <dgm:t>
        <a:bodyPr/>
        <a:lstStyle/>
        <a:p>
          <a:r>
            <a:rPr lang="en-US"/>
            <a:t>E.g. a CREW (concurrent read, exclusive write) shared-memory algorithm.</a:t>
          </a:r>
        </a:p>
      </dgm:t>
    </dgm:pt>
    <dgm:pt modelId="{96A6ED97-AE41-48F9-96D8-2D42E6286302}" type="parTrans" cxnId="{D7F8077B-CB5B-4D56-B138-DA78D518F9ED}">
      <dgm:prSet/>
      <dgm:spPr/>
      <dgm:t>
        <a:bodyPr/>
        <a:lstStyle/>
        <a:p>
          <a:endParaRPr lang="en-US"/>
        </a:p>
      </dgm:t>
    </dgm:pt>
    <dgm:pt modelId="{C692E208-43A1-40D0-9256-04C75712055D}" type="sibTrans" cxnId="{D7F8077B-CB5B-4D56-B138-DA78D518F9ED}">
      <dgm:prSet/>
      <dgm:spPr/>
      <dgm:t>
        <a:bodyPr/>
        <a:lstStyle/>
        <a:p>
          <a:endParaRPr lang="en-US"/>
        </a:p>
      </dgm:t>
    </dgm:pt>
    <dgm:pt modelId="{6A71969C-BC85-4148-BCF8-6C99E0CC0CAF}" type="pres">
      <dgm:prSet presAssocID="{9B943372-ED71-4F34-84D0-2619D546A284}" presName="linear" presStyleCnt="0">
        <dgm:presLayoutVars>
          <dgm:animLvl val="lvl"/>
          <dgm:resizeHandles val="exact"/>
        </dgm:presLayoutVars>
      </dgm:prSet>
      <dgm:spPr/>
    </dgm:pt>
    <dgm:pt modelId="{6196AE13-321F-47E9-B3E5-8A5B0DC272C4}" type="pres">
      <dgm:prSet presAssocID="{7BB32665-4DDD-431A-9A1D-96943F15CA0C}" presName="parentText" presStyleLbl="node1" presStyleIdx="0" presStyleCnt="4">
        <dgm:presLayoutVars>
          <dgm:chMax val="0"/>
          <dgm:bulletEnabled val="1"/>
        </dgm:presLayoutVars>
      </dgm:prSet>
      <dgm:spPr/>
    </dgm:pt>
    <dgm:pt modelId="{83927D63-E626-4558-B7F2-F2635B222565}" type="pres">
      <dgm:prSet presAssocID="{A79858E9-5891-4EDE-8968-6115286D0423}" presName="spacer" presStyleCnt="0"/>
      <dgm:spPr/>
    </dgm:pt>
    <dgm:pt modelId="{1F1138D3-D999-4F08-9E24-C1B09D6213E1}" type="pres">
      <dgm:prSet presAssocID="{5DCCD840-217A-4DAE-801C-85F65ECF8BEE}" presName="parentText" presStyleLbl="node1" presStyleIdx="1" presStyleCnt="4">
        <dgm:presLayoutVars>
          <dgm:chMax val="0"/>
          <dgm:bulletEnabled val="1"/>
        </dgm:presLayoutVars>
      </dgm:prSet>
      <dgm:spPr/>
    </dgm:pt>
    <dgm:pt modelId="{3E92E09E-A312-4BA0-BF33-9CDCCA1DC4BF}" type="pres">
      <dgm:prSet presAssocID="{29549076-75BC-40DE-9F71-A0FA7D84133D}" presName="spacer" presStyleCnt="0"/>
      <dgm:spPr/>
    </dgm:pt>
    <dgm:pt modelId="{C2B2E862-F39B-451D-B50A-175B282F5724}" type="pres">
      <dgm:prSet presAssocID="{E77DEF1F-C991-4AC5-9ADF-2C1829DA5E71}" presName="parentText" presStyleLbl="node1" presStyleIdx="2" presStyleCnt="4">
        <dgm:presLayoutVars>
          <dgm:chMax val="0"/>
          <dgm:bulletEnabled val="1"/>
        </dgm:presLayoutVars>
      </dgm:prSet>
      <dgm:spPr/>
    </dgm:pt>
    <dgm:pt modelId="{E4A8C1B9-E89E-439A-B1B9-82CD52417BFC}" type="pres">
      <dgm:prSet presAssocID="{72F30282-FBDE-4516-B92F-3A8B43B57454}" presName="spacer" presStyleCnt="0"/>
      <dgm:spPr/>
    </dgm:pt>
    <dgm:pt modelId="{4FB4952C-E9CA-405B-820A-0ED0BF40263F}" type="pres">
      <dgm:prSet presAssocID="{9AFB3699-545C-43D0-87BF-6F38C1C1A337}" presName="parentText" presStyleLbl="node1" presStyleIdx="3" presStyleCnt="4">
        <dgm:presLayoutVars>
          <dgm:chMax val="0"/>
          <dgm:bulletEnabled val="1"/>
        </dgm:presLayoutVars>
      </dgm:prSet>
      <dgm:spPr/>
    </dgm:pt>
  </dgm:ptLst>
  <dgm:cxnLst>
    <dgm:cxn modelId="{E7F1FD41-6EC3-42EC-B294-AE69D445A94C}" type="presOf" srcId="{E77DEF1F-C991-4AC5-9ADF-2C1829DA5E71}" destId="{C2B2E862-F39B-451D-B50A-175B282F5724}" srcOrd="0" destOrd="0" presId="urn:microsoft.com/office/officeart/2005/8/layout/vList2"/>
    <dgm:cxn modelId="{7B9D0565-04BA-460A-83E9-600CBA00E406}" type="presOf" srcId="{7BB32665-4DDD-431A-9A1D-96943F15CA0C}" destId="{6196AE13-321F-47E9-B3E5-8A5B0DC272C4}" srcOrd="0" destOrd="0" presId="urn:microsoft.com/office/officeart/2005/8/layout/vList2"/>
    <dgm:cxn modelId="{D7F8077B-CB5B-4D56-B138-DA78D518F9ED}" srcId="{9B943372-ED71-4F34-84D0-2619D546A284}" destId="{9AFB3699-545C-43D0-87BF-6F38C1C1A337}" srcOrd="3" destOrd="0" parTransId="{96A6ED97-AE41-48F9-96D8-2D42E6286302}" sibTransId="{C692E208-43A1-40D0-9256-04C75712055D}"/>
    <dgm:cxn modelId="{766867CC-708F-439D-9F64-6064E668F995}" srcId="{9B943372-ED71-4F34-84D0-2619D546A284}" destId="{5DCCD840-217A-4DAE-801C-85F65ECF8BEE}" srcOrd="1" destOrd="0" parTransId="{C7A4FCC4-62EB-400A-83FB-6EFF3F2257A0}" sibTransId="{29549076-75BC-40DE-9F71-A0FA7D84133D}"/>
    <dgm:cxn modelId="{39C80ACE-F41D-4C6B-98CC-DE91BC9629F5}" type="presOf" srcId="{9AFB3699-545C-43D0-87BF-6F38C1C1A337}" destId="{4FB4952C-E9CA-405B-820A-0ED0BF40263F}" srcOrd="0" destOrd="0" presId="urn:microsoft.com/office/officeart/2005/8/layout/vList2"/>
    <dgm:cxn modelId="{83AA09D2-8D15-4D76-B9CD-C37FB71CB4E0}" type="presOf" srcId="{5DCCD840-217A-4DAE-801C-85F65ECF8BEE}" destId="{1F1138D3-D999-4F08-9E24-C1B09D6213E1}" srcOrd="0" destOrd="0" presId="urn:microsoft.com/office/officeart/2005/8/layout/vList2"/>
    <dgm:cxn modelId="{92CE63DE-2EA0-4607-970A-D866BEB05B49}" srcId="{9B943372-ED71-4F34-84D0-2619D546A284}" destId="{E77DEF1F-C991-4AC5-9ADF-2C1829DA5E71}" srcOrd="2" destOrd="0" parTransId="{30EE8DDD-E103-400E-A5E3-D0156FCD4735}" sibTransId="{72F30282-FBDE-4516-B92F-3A8B43B57454}"/>
    <dgm:cxn modelId="{2C944CE1-6F4F-4A5C-A87D-A80CC11C7779}" type="presOf" srcId="{9B943372-ED71-4F34-84D0-2619D546A284}" destId="{6A71969C-BC85-4148-BCF8-6C99E0CC0CAF}" srcOrd="0" destOrd="0" presId="urn:microsoft.com/office/officeart/2005/8/layout/vList2"/>
    <dgm:cxn modelId="{5C877BF2-C4DE-47D9-A3B5-A7BB226EDB3B}" srcId="{9B943372-ED71-4F34-84D0-2619D546A284}" destId="{7BB32665-4DDD-431A-9A1D-96943F15CA0C}" srcOrd="0" destOrd="0" parTransId="{F5FAE619-85EE-4382-BF3A-ACE0D9261534}" sibTransId="{A79858E9-5891-4EDE-8968-6115286D0423}"/>
    <dgm:cxn modelId="{4C5CE488-0495-4972-ABEB-0734DDCDAC4E}" type="presParOf" srcId="{6A71969C-BC85-4148-BCF8-6C99E0CC0CAF}" destId="{6196AE13-321F-47E9-B3E5-8A5B0DC272C4}" srcOrd="0" destOrd="0" presId="urn:microsoft.com/office/officeart/2005/8/layout/vList2"/>
    <dgm:cxn modelId="{24B2BA3F-DE05-4896-AA4A-4EA1CA5ABECA}" type="presParOf" srcId="{6A71969C-BC85-4148-BCF8-6C99E0CC0CAF}" destId="{83927D63-E626-4558-B7F2-F2635B222565}" srcOrd="1" destOrd="0" presId="urn:microsoft.com/office/officeart/2005/8/layout/vList2"/>
    <dgm:cxn modelId="{79BFC5D3-A9FF-4154-9510-301FAE7F85A4}" type="presParOf" srcId="{6A71969C-BC85-4148-BCF8-6C99E0CC0CAF}" destId="{1F1138D3-D999-4F08-9E24-C1B09D6213E1}" srcOrd="2" destOrd="0" presId="urn:microsoft.com/office/officeart/2005/8/layout/vList2"/>
    <dgm:cxn modelId="{F1788778-1490-482E-BEF0-B198BD185186}" type="presParOf" srcId="{6A71969C-BC85-4148-BCF8-6C99E0CC0CAF}" destId="{3E92E09E-A312-4BA0-BF33-9CDCCA1DC4BF}" srcOrd="3" destOrd="0" presId="urn:microsoft.com/office/officeart/2005/8/layout/vList2"/>
    <dgm:cxn modelId="{36E86705-305A-4CE0-9570-B77AE8F9C342}" type="presParOf" srcId="{6A71969C-BC85-4148-BCF8-6C99E0CC0CAF}" destId="{C2B2E862-F39B-451D-B50A-175B282F5724}" srcOrd="4" destOrd="0" presId="urn:microsoft.com/office/officeart/2005/8/layout/vList2"/>
    <dgm:cxn modelId="{1802A267-9DA3-41F2-B891-298EA387E4B6}" type="presParOf" srcId="{6A71969C-BC85-4148-BCF8-6C99E0CC0CAF}" destId="{E4A8C1B9-E89E-439A-B1B9-82CD52417BFC}" srcOrd="5" destOrd="0" presId="urn:microsoft.com/office/officeart/2005/8/layout/vList2"/>
    <dgm:cxn modelId="{548FA591-A407-49CF-8945-DD2BCC812382}" type="presParOf" srcId="{6A71969C-BC85-4148-BCF8-6C99E0CC0CAF}" destId="{4FB4952C-E9CA-405B-820A-0ED0BF40263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D640E6D-8C3B-48CC-B2BF-25523CD2174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22973A6-BD2F-4FFB-B9D8-90E3026E307D}">
      <dgm:prSet/>
      <dgm:spPr/>
      <dgm:t>
        <a:bodyPr/>
        <a:lstStyle/>
        <a:p>
          <a:r>
            <a:rPr lang="en-US"/>
            <a:t>A computational model provides an analytical method for designing and evaluating algorithms. </a:t>
          </a:r>
        </a:p>
      </dgm:t>
    </dgm:pt>
    <dgm:pt modelId="{EC320B68-66B5-477F-B1EF-3C41D430642C}" type="parTrans" cxnId="{3DDFAAA6-AFE4-4DA1-8141-137020454007}">
      <dgm:prSet/>
      <dgm:spPr/>
      <dgm:t>
        <a:bodyPr/>
        <a:lstStyle/>
        <a:p>
          <a:endParaRPr lang="en-US"/>
        </a:p>
      </dgm:t>
    </dgm:pt>
    <dgm:pt modelId="{66961742-1048-4B1C-A101-B1EAB6F67C5A}" type="sibTrans" cxnId="{3DDFAAA6-AFE4-4DA1-8141-137020454007}">
      <dgm:prSet/>
      <dgm:spPr/>
      <dgm:t>
        <a:bodyPr/>
        <a:lstStyle/>
        <a:p>
          <a:endParaRPr lang="en-US"/>
        </a:p>
      </dgm:t>
    </dgm:pt>
    <dgm:pt modelId="{2BE151FF-0BA2-40EE-8877-80AB87B949E7}">
      <dgm:prSet/>
      <dgm:spPr/>
      <dgm:t>
        <a:bodyPr/>
        <a:lstStyle/>
        <a:p>
          <a:r>
            <a:rPr lang="en-US"/>
            <a:t>The complexity of an algorithm should reflect the performance on a real computer. </a:t>
          </a:r>
        </a:p>
      </dgm:t>
    </dgm:pt>
    <dgm:pt modelId="{87D65359-89E6-4EFB-9AC3-15EB9405A41D}" type="parTrans" cxnId="{30B08125-4614-447D-816E-98BDDE946737}">
      <dgm:prSet/>
      <dgm:spPr/>
      <dgm:t>
        <a:bodyPr/>
        <a:lstStyle/>
        <a:p>
          <a:endParaRPr lang="en-US"/>
        </a:p>
      </dgm:t>
    </dgm:pt>
    <dgm:pt modelId="{618D76E7-D57D-4C5B-A201-D4703DDDB075}" type="sibTrans" cxnId="{30B08125-4614-447D-816E-98BDDE946737}">
      <dgm:prSet/>
      <dgm:spPr/>
      <dgm:t>
        <a:bodyPr/>
        <a:lstStyle/>
        <a:p>
          <a:endParaRPr lang="en-US"/>
        </a:p>
      </dgm:t>
    </dgm:pt>
    <dgm:pt modelId="{4C6790DF-7E8D-4754-A63A-8B56FD76A6F2}">
      <dgm:prSet/>
      <dgm:spPr/>
      <dgm:t>
        <a:bodyPr/>
        <a:lstStyle/>
        <a:p>
          <a:r>
            <a:rPr lang="en-US"/>
            <a:t>For sequential computing, the RAM model is a computational model for the von Neumann architectural model. </a:t>
          </a:r>
        </a:p>
      </dgm:t>
    </dgm:pt>
    <dgm:pt modelId="{5EE81C61-2469-4E7D-A127-383D96E7B994}" type="parTrans" cxnId="{7A1D9F2C-29C7-449E-BBE8-47D7E759BCE0}">
      <dgm:prSet/>
      <dgm:spPr/>
      <dgm:t>
        <a:bodyPr/>
        <a:lstStyle/>
        <a:p>
          <a:endParaRPr lang="en-US"/>
        </a:p>
      </dgm:t>
    </dgm:pt>
    <dgm:pt modelId="{53FA043B-E8C1-4F1C-845B-97BE45A529D0}" type="sibTrans" cxnId="{7A1D9F2C-29C7-449E-BBE8-47D7E759BCE0}">
      <dgm:prSet/>
      <dgm:spPr/>
      <dgm:t>
        <a:bodyPr/>
        <a:lstStyle/>
        <a:p>
          <a:endParaRPr lang="en-US"/>
        </a:p>
      </dgm:t>
    </dgm:pt>
    <dgm:pt modelId="{9885D452-D763-405E-92C0-1CFA5CE45DC7}" type="pres">
      <dgm:prSet presAssocID="{BD640E6D-8C3B-48CC-B2BF-25523CD21747}" presName="linear" presStyleCnt="0">
        <dgm:presLayoutVars>
          <dgm:animLvl val="lvl"/>
          <dgm:resizeHandles val="exact"/>
        </dgm:presLayoutVars>
      </dgm:prSet>
      <dgm:spPr/>
    </dgm:pt>
    <dgm:pt modelId="{9C5D90B2-42F1-4760-9E8F-4336ABED5F11}" type="pres">
      <dgm:prSet presAssocID="{722973A6-BD2F-4FFB-B9D8-90E3026E307D}" presName="parentText" presStyleLbl="node1" presStyleIdx="0" presStyleCnt="3">
        <dgm:presLayoutVars>
          <dgm:chMax val="0"/>
          <dgm:bulletEnabled val="1"/>
        </dgm:presLayoutVars>
      </dgm:prSet>
      <dgm:spPr/>
    </dgm:pt>
    <dgm:pt modelId="{0E65CA86-820D-41EA-B21B-F2B20F5CA05E}" type="pres">
      <dgm:prSet presAssocID="{66961742-1048-4B1C-A101-B1EAB6F67C5A}" presName="spacer" presStyleCnt="0"/>
      <dgm:spPr/>
    </dgm:pt>
    <dgm:pt modelId="{A07085EF-A1B6-4FF3-9DEB-8C56D7CFAAA3}" type="pres">
      <dgm:prSet presAssocID="{2BE151FF-0BA2-40EE-8877-80AB87B949E7}" presName="parentText" presStyleLbl="node1" presStyleIdx="1" presStyleCnt="3">
        <dgm:presLayoutVars>
          <dgm:chMax val="0"/>
          <dgm:bulletEnabled val="1"/>
        </dgm:presLayoutVars>
      </dgm:prSet>
      <dgm:spPr/>
    </dgm:pt>
    <dgm:pt modelId="{22151722-8137-42C6-93A4-2F5F2D046796}" type="pres">
      <dgm:prSet presAssocID="{618D76E7-D57D-4C5B-A201-D4703DDDB075}" presName="spacer" presStyleCnt="0"/>
      <dgm:spPr/>
    </dgm:pt>
    <dgm:pt modelId="{6CF0A840-96ED-430B-BC4A-A810A482A796}" type="pres">
      <dgm:prSet presAssocID="{4C6790DF-7E8D-4754-A63A-8B56FD76A6F2}" presName="parentText" presStyleLbl="node1" presStyleIdx="2" presStyleCnt="3">
        <dgm:presLayoutVars>
          <dgm:chMax val="0"/>
          <dgm:bulletEnabled val="1"/>
        </dgm:presLayoutVars>
      </dgm:prSet>
      <dgm:spPr/>
    </dgm:pt>
  </dgm:ptLst>
  <dgm:cxnLst>
    <dgm:cxn modelId="{30B08125-4614-447D-816E-98BDDE946737}" srcId="{BD640E6D-8C3B-48CC-B2BF-25523CD21747}" destId="{2BE151FF-0BA2-40EE-8877-80AB87B949E7}" srcOrd="1" destOrd="0" parTransId="{87D65359-89E6-4EFB-9AC3-15EB9405A41D}" sibTransId="{618D76E7-D57D-4C5B-A201-D4703DDDB075}"/>
    <dgm:cxn modelId="{F356D728-B547-4E50-B71D-C3D2340F399B}" type="presOf" srcId="{BD640E6D-8C3B-48CC-B2BF-25523CD21747}" destId="{9885D452-D763-405E-92C0-1CFA5CE45DC7}" srcOrd="0" destOrd="0" presId="urn:microsoft.com/office/officeart/2005/8/layout/vList2"/>
    <dgm:cxn modelId="{7A1D9F2C-29C7-449E-BBE8-47D7E759BCE0}" srcId="{BD640E6D-8C3B-48CC-B2BF-25523CD21747}" destId="{4C6790DF-7E8D-4754-A63A-8B56FD76A6F2}" srcOrd="2" destOrd="0" parTransId="{5EE81C61-2469-4E7D-A127-383D96E7B994}" sibTransId="{53FA043B-E8C1-4F1C-845B-97BE45A529D0}"/>
    <dgm:cxn modelId="{046A0740-E472-4684-B47A-7BE9CA173825}" type="presOf" srcId="{2BE151FF-0BA2-40EE-8877-80AB87B949E7}" destId="{A07085EF-A1B6-4FF3-9DEB-8C56D7CFAAA3}" srcOrd="0" destOrd="0" presId="urn:microsoft.com/office/officeart/2005/8/layout/vList2"/>
    <dgm:cxn modelId="{DDE5317F-8EE2-4CCE-8A1E-55719DF04986}" type="presOf" srcId="{722973A6-BD2F-4FFB-B9D8-90E3026E307D}" destId="{9C5D90B2-42F1-4760-9E8F-4336ABED5F11}" srcOrd="0" destOrd="0" presId="urn:microsoft.com/office/officeart/2005/8/layout/vList2"/>
    <dgm:cxn modelId="{3DDFAAA6-AFE4-4DA1-8141-137020454007}" srcId="{BD640E6D-8C3B-48CC-B2BF-25523CD21747}" destId="{722973A6-BD2F-4FFB-B9D8-90E3026E307D}" srcOrd="0" destOrd="0" parTransId="{EC320B68-66B5-477F-B1EF-3C41D430642C}" sibTransId="{66961742-1048-4B1C-A101-B1EAB6F67C5A}"/>
    <dgm:cxn modelId="{0D7FE1D7-6471-44D4-944F-E67595D3CDB8}" type="presOf" srcId="{4C6790DF-7E8D-4754-A63A-8B56FD76A6F2}" destId="{6CF0A840-96ED-430B-BC4A-A810A482A796}" srcOrd="0" destOrd="0" presId="urn:microsoft.com/office/officeart/2005/8/layout/vList2"/>
    <dgm:cxn modelId="{FC5CDAE3-6B5B-42E7-A440-74F912A3752B}" type="presParOf" srcId="{9885D452-D763-405E-92C0-1CFA5CE45DC7}" destId="{9C5D90B2-42F1-4760-9E8F-4336ABED5F11}" srcOrd="0" destOrd="0" presId="urn:microsoft.com/office/officeart/2005/8/layout/vList2"/>
    <dgm:cxn modelId="{01A3F840-3FF9-4CE9-9CE3-1DDCD80229EA}" type="presParOf" srcId="{9885D452-D763-405E-92C0-1CFA5CE45DC7}" destId="{0E65CA86-820D-41EA-B21B-F2B20F5CA05E}" srcOrd="1" destOrd="0" presId="urn:microsoft.com/office/officeart/2005/8/layout/vList2"/>
    <dgm:cxn modelId="{ED2C9C41-63C1-422E-B7C1-54430C5A7177}" type="presParOf" srcId="{9885D452-D763-405E-92C0-1CFA5CE45DC7}" destId="{A07085EF-A1B6-4FF3-9DEB-8C56D7CFAAA3}" srcOrd="2" destOrd="0" presId="urn:microsoft.com/office/officeart/2005/8/layout/vList2"/>
    <dgm:cxn modelId="{90048078-69AD-433E-BD12-C0858F741037}" type="presParOf" srcId="{9885D452-D763-405E-92C0-1CFA5CE45DC7}" destId="{22151722-8137-42C6-93A4-2F5F2D046796}" srcOrd="3" destOrd="0" presId="urn:microsoft.com/office/officeart/2005/8/layout/vList2"/>
    <dgm:cxn modelId="{1CABF7AF-F918-4A68-B151-22AB4338907B}" type="presParOf" srcId="{9885D452-D763-405E-92C0-1CFA5CE45DC7}" destId="{6CF0A840-96ED-430B-BC4A-A810A482A79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A07E1FB-5878-49C1-8588-5F3FA088957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0227F8C-FC15-49E8-9EFB-DFFE0ED2D4FD}">
      <dgm:prSet/>
      <dgm:spPr/>
      <dgm:t>
        <a:bodyPr/>
        <a:lstStyle/>
        <a:p>
          <a:r>
            <a:rPr lang="en-US"/>
            <a:t>The programming model is at the next higher level of abstraction.</a:t>
          </a:r>
        </a:p>
      </dgm:t>
    </dgm:pt>
    <dgm:pt modelId="{2B00207C-B985-4B86-B6C0-22E29DB5BD2F}" type="parTrans" cxnId="{E47707A2-E5FA-4852-A629-0EA62ECB7EB0}">
      <dgm:prSet/>
      <dgm:spPr/>
      <dgm:t>
        <a:bodyPr/>
        <a:lstStyle/>
        <a:p>
          <a:endParaRPr lang="en-US"/>
        </a:p>
      </dgm:t>
    </dgm:pt>
    <dgm:pt modelId="{332944AE-62ED-42E9-ACED-D742E8EE4735}" type="sibTrans" cxnId="{E47707A2-E5FA-4852-A629-0EA62ECB7EB0}">
      <dgm:prSet/>
      <dgm:spPr/>
      <dgm:t>
        <a:bodyPr/>
        <a:lstStyle/>
        <a:p>
          <a:endParaRPr lang="en-US"/>
        </a:p>
      </dgm:t>
    </dgm:pt>
    <dgm:pt modelId="{BB13D651-E169-4B8B-9378-8892E60AF6D9}">
      <dgm:prSet/>
      <dgm:spPr/>
      <dgm:t>
        <a:bodyPr/>
        <a:lstStyle/>
        <a:p>
          <a:r>
            <a:rPr lang="en-US"/>
            <a:t>It describes a parallel computing system in terms of the semantics of the programming language or programming environment. </a:t>
          </a:r>
        </a:p>
      </dgm:t>
    </dgm:pt>
    <dgm:pt modelId="{97D8A2C4-FA90-430A-9FD1-0C5599ABB86C}" type="parTrans" cxnId="{6E338733-57B3-47D4-9ED2-9EDF80C87641}">
      <dgm:prSet/>
      <dgm:spPr/>
      <dgm:t>
        <a:bodyPr/>
        <a:lstStyle/>
        <a:p>
          <a:endParaRPr lang="en-US"/>
        </a:p>
      </dgm:t>
    </dgm:pt>
    <dgm:pt modelId="{17267E3A-5D98-4D31-9594-8FE1509B67C0}" type="sibTrans" cxnId="{6E338733-57B3-47D4-9ED2-9EDF80C87641}">
      <dgm:prSet/>
      <dgm:spPr/>
      <dgm:t>
        <a:bodyPr/>
        <a:lstStyle/>
        <a:p>
          <a:endParaRPr lang="en-US"/>
        </a:p>
      </dgm:t>
    </dgm:pt>
    <dgm:pt modelId="{D3D42BD9-EAD7-4DE5-B56C-C3C11A8076E2}">
      <dgm:prSet/>
      <dgm:spPr/>
      <dgm:t>
        <a:bodyPr/>
        <a:lstStyle/>
        <a:p>
          <a:r>
            <a:rPr lang="en-US"/>
            <a:t>A parallel programming model specifies the programmers view on the parallel computer by defining how the programmer can code an algorithm. </a:t>
          </a:r>
        </a:p>
      </dgm:t>
    </dgm:pt>
    <dgm:pt modelId="{74C0C30F-2B9D-4ED6-A24E-65A1C4C03EAE}" type="parTrans" cxnId="{DAC0650E-C972-43BD-BE47-3F2F164DFE6B}">
      <dgm:prSet/>
      <dgm:spPr/>
      <dgm:t>
        <a:bodyPr/>
        <a:lstStyle/>
        <a:p>
          <a:endParaRPr lang="en-US"/>
        </a:p>
      </dgm:t>
    </dgm:pt>
    <dgm:pt modelId="{2E5779B6-693A-43FB-B2D0-F2BCC2CA0A77}" type="sibTrans" cxnId="{DAC0650E-C972-43BD-BE47-3F2F164DFE6B}">
      <dgm:prSet/>
      <dgm:spPr/>
      <dgm:t>
        <a:bodyPr/>
        <a:lstStyle/>
        <a:p>
          <a:endParaRPr lang="en-US"/>
        </a:p>
      </dgm:t>
    </dgm:pt>
    <dgm:pt modelId="{50D72537-9B54-4168-A03D-07905B5AC0D3}" type="pres">
      <dgm:prSet presAssocID="{4A07E1FB-5878-49C1-8588-5F3FA088957A}" presName="root" presStyleCnt="0">
        <dgm:presLayoutVars>
          <dgm:dir/>
          <dgm:resizeHandles val="exact"/>
        </dgm:presLayoutVars>
      </dgm:prSet>
      <dgm:spPr/>
    </dgm:pt>
    <dgm:pt modelId="{330B69B0-E854-4E55-92D6-E01FC753F560}" type="pres">
      <dgm:prSet presAssocID="{10227F8C-FC15-49E8-9EFB-DFFE0ED2D4FD}" presName="compNode" presStyleCnt="0"/>
      <dgm:spPr/>
    </dgm:pt>
    <dgm:pt modelId="{17F347AE-B231-4D0E-9003-CE8F5CA4A0E9}" type="pres">
      <dgm:prSet presAssocID="{10227F8C-FC15-49E8-9EFB-DFFE0ED2D4FD}" presName="bgRect" presStyleLbl="bgShp" presStyleIdx="0" presStyleCnt="3"/>
      <dgm:spPr/>
    </dgm:pt>
    <dgm:pt modelId="{D551F75E-CD21-4823-948E-DD576B394218}" type="pres">
      <dgm:prSet presAssocID="{10227F8C-FC15-49E8-9EFB-DFFE0ED2D4F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1200B41A-DAC2-4911-AD3D-ABFC354DBB96}" type="pres">
      <dgm:prSet presAssocID="{10227F8C-FC15-49E8-9EFB-DFFE0ED2D4FD}" presName="spaceRect" presStyleCnt="0"/>
      <dgm:spPr/>
    </dgm:pt>
    <dgm:pt modelId="{D8AA69EE-47B2-400E-9F08-5E655897AB77}" type="pres">
      <dgm:prSet presAssocID="{10227F8C-FC15-49E8-9EFB-DFFE0ED2D4FD}" presName="parTx" presStyleLbl="revTx" presStyleIdx="0" presStyleCnt="3">
        <dgm:presLayoutVars>
          <dgm:chMax val="0"/>
          <dgm:chPref val="0"/>
        </dgm:presLayoutVars>
      </dgm:prSet>
      <dgm:spPr/>
    </dgm:pt>
    <dgm:pt modelId="{78D08C2B-2B90-4654-B68A-426957344C3E}" type="pres">
      <dgm:prSet presAssocID="{332944AE-62ED-42E9-ACED-D742E8EE4735}" presName="sibTrans" presStyleCnt="0"/>
      <dgm:spPr/>
    </dgm:pt>
    <dgm:pt modelId="{B01C7FB8-3B4A-4762-AFC3-81464E0E37FC}" type="pres">
      <dgm:prSet presAssocID="{BB13D651-E169-4B8B-9378-8892E60AF6D9}" presName="compNode" presStyleCnt="0"/>
      <dgm:spPr/>
    </dgm:pt>
    <dgm:pt modelId="{4D895610-F203-48F2-BC21-CE056C98A6D7}" type="pres">
      <dgm:prSet presAssocID="{BB13D651-E169-4B8B-9378-8892E60AF6D9}" presName="bgRect" presStyleLbl="bgShp" presStyleIdx="1" presStyleCnt="3"/>
      <dgm:spPr/>
    </dgm:pt>
    <dgm:pt modelId="{F4F67168-3360-432B-BA0E-96C5C79680FD}" type="pres">
      <dgm:prSet presAssocID="{BB13D651-E169-4B8B-9378-8892E60AF6D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253574E8-E5EA-4C8B-AE4B-B673CC0B02EB}" type="pres">
      <dgm:prSet presAssocID="{BB13D651-E169-4B8B-9378-8892E60AF6D9}" presName="spaceRect" presStyleCnt="0"/>
      <dgm:spPr/>
    </dgm:pt>
    <dgm:pt modelId="{4683F52E-07F9-4C40-B21F-1E28875BF48F}" type="pres">
      <dgm:prSet presAssocID="{BB13D651-E169-4B8B-9378-8892E60AF6D9}" presName="parTx" presStyleLbl="revTx" presStyleIdx="1" presStyleCnt="3">
        <dgm:presLayoutVars>
          <dgm:chMax val="0"/>
          <dgm:chPref val="0"/>
        </dgm:presLayoutVars>
      </dgm:prSet>
      <dgm:spPr/>
    </dgm:pt>
    <dgm:pt modelId="{29799CFD-8BA6-4A08-99B7-05A090986DC5}" type="pres">
      <dgm:prSet presAssocID="{17267E3A-5D98-4D31-9594-8FE1509B67C0}" presName="sibTrans" presStyleCnt="0"/>
      <dgm:spPr/>
    </dgm:pt>
    <dgm:pt modelId="{C2EBC7BA-DB2F-4AF2-ABE2-FC75C716CE1F}" type="pres">
      <dgm:prSet presAssocID="{D3D42BD9-EAD7-4DE5-B56C-C3C11A8076E2}" presName="compNode" presStyleCnt="0"/>
      <dgm:spPr/>
    </dgm:pt>
    <dgm:pt modelId="{F453ADD5-B25D-4CE1-8B22-ACA81E7512BF}" type="pres">
      <dgm:prSet presAssocID="{D3D42BD9-EAD7-4DE5-B56C-C3C11A8076E2}" presName="bgRect" presStyleLbl="bgShp" presStyleIdx="2" presStyleCnt="3"/>
      <dgm:spPr/>
    </dgm:pt>
    <dgm:pt modelId="{4D165E37-9217-4F5E-8784-4ECC179D86AB}" type="pres">
      <dgm:prSet presAssocID="{D3D42BD9-EAD7-4DE5-B56C-C3C11A8076E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056797C6-864D-4D84-B9A9-331043CA58D8}" type="pres">
      <dgm:prSet presAssocID="{D3D42BD9-EAD7-4DE5-B56C-C3C11A8076E2}" presName="spaceRect" presStyleCnt="0"/>
      <dgm:spPr/>
    </dgm:pt>
    <dgm:pt modelId="{F7E1E54D-C0C0-4874-98B7-D76D8B5DA36F}" type="pres">
      <dgm:prSet presAssocID="{D3D42BD9-EAD7-4DE5-B56C-C3C11A8076E2}" presName="parTx" presStyleLbl="revTx" presStyleIdx="2" presStyleCnt="3">
        <dgm:presLayoutVars>
          <dgm:chMax val="0"/>
          <dgm:chPref val="0"/>
        </dgm:presLayoutVars>
      </dgm:prSet>
      <dgm:spPr/>
    </dgm:pt>
  </dgm:ptLst>
  <dgm:cxnLst>
    <dgm:cxn modelId="{DAC0650E-C972-43BD-BE47-3F2F164DFE6B}" srcId="{4A07E1FB-5878-49C1-8588-5F3FA088957A}" destId="{D3D42BD9-EAD7-4DE5-B56C-C3C11A8076E2}" srcOrd="2" destOrd="0" parTransId="{74C0C30F-2B9D-4ED6-A24E-65A1C4C03EAE}" sibTransId="{2E5779B6-693A-43FB-B2D0-F2BCC2CA0A77}"/>
    <dgm:cxn modelId="{6E338733-57B3-47D4-9ED2-9EDF80C87641}" srcId="{4A07E1FB-5878-49C1-8588-5F3FA088957A}" destId="{BB13D651-E169-4B8B-9378-8892E60AF6D9}" srcOrd="1" destOrd="0" parTransId="{97D8A2C4-FA90-430A-9FD1-0C5599ABB86C}" sibTransId="{17267E3A-5D98-4D31-9594-8FE1509B67C0}"/>
    <dgm:cxn modelId="{974C713D-23C9-4CC6-8F80-F6380834A2E0}" type="presOf" srcId="{10227F8C-FC15-49E8-9EFB-DFFE0ED2D4FD}" destId="{D8AA69EE-47B2-400E-9F08-5E655897AB77}" srcOrd="0" destOrd="0" presId="urn:microsoft.com/office/officeart/2018/2/layout/IconVerticalSolidList"/>
    <dgm:cxn modelId="{E47707A2-E5FA-4852-A629-0EA62ECB7EB0}" srcId="{4A07E1FB-5878-49C1-8588-5F3FA088957A}" destId="{10227F8C-FC15-49E8-9EFB-DFFE0ED2D4FD}" srcOrd="0" destOrd="0" parTransId="{2B00207C-B985-4B86-B6C0-22E29DB5BD2F}" sibTransId="{332944AE-62ED-42E9-ACED-D742E8EE4735}"/>
    <dgm:cxn modelId="{4B7D96C7-41BA-40FF-A224-2308DD0BE10A}" type="presOf" srcId="{BB13D651-E169-4B8B-9378-8892E60AF6D9}" destId="{4683F52E-07F9-4C40-B21F-1E28875BF48F}" srcOrd="0" destOrd="0" presId="urn:microsoft.com/office/officeart/2018/2/layout/IconVerticalSolidList"/>
    <dgm:cxn modelId="{CA6054D7-0CCF-4883-ACF7-EE5A24AFB5F4}" type="presOf" srcId="{4A07E1FB-5878-49C1-8588-5F3FA088957A}" destId="{50D72537-9B54-4168-A03D-07905B5AC0D3}" srcOrd="0" destOrd="0" presId="urn:microsoft.com/office/officeart/2018/2/layout/IconVerticalSolidList"/>
    <dgm:cxn modelId="{CDF104EC-258A-47AD-8B07-BE7B79A048A5}" type="presOf" srcId="{D3D42BD9-EAD7-4DE5-B56C-C3C11A8076E2}" destId="{F7E1E54D-C0C0-4874-98B7-D76D8B5DA36F}" srcOrd="0" destOrd="0" presId="urn:microsoft.com/office/officeart/2018/2/layout/IconVerticalSolidList"/>
    <dgm:cxn modelId="{EF2AE0CA-BE53-4D89-9856-4655A6828230}" type="presParOf" srcId="{50D72537-9B54-4168-A03D-07905B5AC0D3}" destId="{330B69B0-E854-4E55-92D6-E01FC753F560}" srcOrd="0" destOrd="0" presId="urn:microsoft.com/office/officeart/2018/2/layout/IconVerticalSolidList"/>
    <dgm:cxn modelId="{0F78C197-0C20-436A-92F3-765C70B68F04}" type="presParOf" srcId="{330B69B0-E854-4E55-92D6-E01FC753F560}" destId="{17F347AE-B231-4D0E-9003-CE8F5CA4A0E9}" srcOrd="0" destOrd="0" presId="urn:microsoft.com/office/officeart/2018/2/layout/IconVerticalSolidList"/>
    <dgm:cxn modelId="{279A6B3A-5540-4152-859D-80D79F3D68A5}" type="presParOf" srcId="{330B69B0-E854-4E55-92D6-E01FC753F560}" destId="{D551F75E-CD21-4823-948E-DD576B394218}" srcOrd="1" destOrd="0" presId="urn:microsoft.com/office/officeart/2018/2/layout/IconVerticalSolidList"/>
    <dgm:cxn modelId="{291AB526-AC6D-4873-AD9F-1201FCDB3DF8}" type="presParOf" srcId="{330B69B0-E854-4E55-92D6-E01FC753F560}" destId="{1200B41A-DAC2-4911-AD3D-ABFC354DBB96}" srcOrd="2" destOrd="0" presId="urn:microsoft.com/office/officeart/2018/2/layout/IconVerticalSolidList"/>
    <dgm:cxn modelId="{878D3D65-48A5-407D-BC6C-4E1800551281}" type="presParOf" srcId="{330B69B0-E854-4E55-92D6-E01FC753F560}" destId="{D8AA69EE-47B2-400E-9F08-5E655897AB77}" srcOrd="3" destOrd="0" presId="urn:microsoft.com/office/officeart/2018/2/layout/IconVerticalSolidList"/>
    <dgm:cxn modelId="{C132B48C-B74B-4FCF-BAA1-09180D7618C3}" type="presParOf" srcId="{50D72537-9B54-4168-A03D-07905B5AC0D3}" destId="{78D08C2B-2B90-4654-B68A-426957344C3E}" srcOrd="1" destOrd="0" presId="urn:microsoft.com/office/officeart/2018/2/layout/IconVerticalSolidList"/>
    <dgm:cxn modelId="{EC6CD057-35FC-4A1D-B003-9A53324D6A6D}" type="presParOf" srcId="{50D72537-9B54-4168-A03D-07905B5AC0D3}" destId="{B01C7FB8-3B4A-4762-AFC3-81464E0E37FC}" srcOrd="2" destOrd="0" presId="urn:microsoft.com/office/officeart/2018/2/layout/IconVerticalSolidList"/>
    <dgm:cxn modelId="{CDF55868-EA5D-4732-8B03-29CE4A7D1197}" type="presParOf" srcId="{B01C7FB8-3B4A-4762-AFC3-81464E0E37FC}" destId="{4D895610-F203-48F2-BC21-CE056C98A6D7}" srcOrd="0" destOrd="0" presId="urn:microsoft.com/office/officeart/2018/2/layout/IconVerticalSolidList"/>
    <dgm:cxn modelId="{BFB5931E-0229-4570-90A1-AEA038E06E54}" type="presParOf" srcId="{B01C7FB8-3B4A-4762-AFC3-81464E0E37FC}" destId="{F4F67168-3360-432B-BA0E-96C5C79680FD}" srcOrd="1" destOrd="0" presId="urn:microsoft.com/office/officeart/2018/2/layout/IconVerticalSolidList"/>
    <dgm:cxn modelId="{0D5E2889-AAC7-49B2-A2A5-5DD79669F639}" type="presParOf" srcId="{B01C7FB8-3B4A-4762-AFC3-81464E0E37FC}" destId="{253574E8-E5EA-4C8B-AE4B-B673CC0B02EB}" srcOrd="2" destOrd="0" presId="urn:microsoft.com/office/officeart/2018/2/layout/IconVerticalSolidList"/>
    <dgm:cxn modelId="{CD7A3BAE-0D67-488A-9FAD-0A411505235C}" type="presParOf" srcId="{B01C7FB8-3B4A-4762-AFC3-81464E0E37FC}" destId="{4683F52E-07F9-4C40-B21F-1E28875BF48F}" srcOrd="3" destOrd="0" presId="urn:microsoft.com/office/officeart/2018/2/layout/IconVerticalSolidList"/>
    <dgm:cxn modelId="{D21ABA60-1FC9-4C56-AB8F-EF70433B447D}" type="presParOf" srcId="{50D72537-9B54-4168-A03D-07905B5AC0D3}" destId="{29799CFD-8BA6-4A08-99B7-05A090986DC5}" srcOrd="3" destOrd="0" presId="urn:microsoft.com/office/officeart/2018/2/layout/IconVerticalSolidList"/>
    <dgm:cxn modelId="{7867D93D-AF48-48C6-8AC1-E2C84D2EE3FF}" type="presParOf" srcId="{50D72537-9B54-4168-A03D-07905B5AC0D3}" destId="{C2EBC7BA-DB2F-4AF2-ABE2-FC75C716CE1F}" srcOrd="4" destOrd="0" presId="urn:microsoft.com/office/officeart/2018/2/layout/IconVerticalSolidList"/>
    <dgm:cxn modelId="{9FDA5608-D4CF-4680-95A8-410B22014E4B}" type="presParOf" srcId="{C2EBC7BA-DB2F-4AF2-ABE2-FC75C716CE1F}" destId="{F453ADD5-B25D-4CE1-8B22-ACA81E7512BF}" srcOrd="0" destOrd="0" presId="urn:microsoft.com/office/officeart/2018/2/layout/IconVerticalSolidList"/>
    <dgm:cxn modelId="{E4EBC758-0F82-4F90-980B-F5E687FCFB86}" type="presParOf" srcId="{C2EBC7BA-DB2F-4AF2-ABE2-FC75C716CE1F}" destId="{4D165E37-9217-4F5E-8784-4ECC179D86AB}" srcOrd="1" destOrd="0" presId="urn:microsoft.com/office/officeart/2018/2/layout/IconVerticalSolidList"/>
    <dgm:cxn modelId="{B01AB353-D5E1-4822-A940-B2C33D381B7A}" type="presParOf" srcId="{C2EBC7BA-DB2F-4AF2-ABE2-FC75C716CE1F}" destId="{056797C6-864D-4D84-B9A9-331043CA58D8}" srcOrd="2" destOrd="0" presId="urn:microsoft.com/office/officeart/2018/2/layout/IconVerticalSolidList"/>
    <dgm:cxn modelId="{9F57DA31-212C-4FF9-ACC3-1E825113420B}" type="presParOf" srcId="{C2EBC7BA-DB2F-4AF2-ABE2-FC75C716CE1F}" destId="{F7E1E54D-C0C0-4874-98B7-D76D8B5DA36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D989C8-8E58-45DE-8DF0-93C4873FF2F2}">
      <dsp:nvSpPr>
        <dsp:cNvPr id="0" name=""/>
        <dsp:cNvSpPr/>
      </dsp:nvSpPr>
      <dsp:spPr>
        <a:xfrm>
          <a:off x="0" y="3275626"/>
          <a:ext cx="4881487" cy="2149165"/>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a:t>The four basic types are </a:t>
          </a:r>
        </a:p>
      </dsp:txBody>
      <dsp:txXfrm>
        <a:off x="0" y="3275626"/>
        <a:ext cx="4881487" cy="1160549"/>
      </dsp:txXfrm>
    </dsp:sp>
    <dsp:sp modelId="{A867596D-4B1B-480C-A95E-8DD25C2D968D}">
      <dsp:nvSpPr>
        <dsp:cNvPr id="0" name=""/>
        <dsp:cNvSpPr/>
      </dsp:nvSpPr>
      <dsp:spPr>
        <a:xfrm>
          <a:off x="0" y="4393193"/>
          <a:ext cx="1220371" cy="988616"/>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t>machine models</a:t>
          </a:r>
        </a:p>
      </dsp:txBody>
      <dsp:txXfrm>
        <a:off x="0" y="4393193"/>
        <a:ext cx="1220371" cy="988616"/>
      </dsp:txXfrm>
    </dsp:sp>
    <dsp:sp modelId="{9EF14BFF-4ADA-403F-A00B-A93F8EF7EA68}">
      <dsp:nvSpPr>
        <dsp:cNvPr id="0" name=""/>
        <dsp:cNvSpPr/>
      </dsp:nvSpPr>
      <dsp:spPr>
        <a:xfrm>
          <a:off x="1220371" y="4393193"/>
          <a:ext cx="1220371" cy="988616"/>
        </a:xfrm>
        <a:prstGeom prst="rect">
          <a:avLst/>
        </a:prstGeom>
        <a:solidFill>
          <a:schemeClr val="accent2">
            <a:tint val="40000"/>
            <a:alpha val="90000"/>
            <a:hueOff val="-613955"/>
            <a:satOff val="4090"/>
            <a:lumOff val="374"/>
            <a:alphaOff val="0"/>
          </a:schemeClr>
        </a:solidFill>
        <a:ln w="15875" cap="flat" cmpd="sng" algn="ctr">
          <a:solidFill>
            <a:schemeClr val="accent2">
              <a:tint val="40000"/>
              <a:alpha val="90000"/>
              <a:hueOff val="-613955"/>
              <a:satOff val="4090"/>
              <a:lumOff val="37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t>architectural models</a:t>
          </a:r>
        </a:p>
      </dsp:txBody>
      <dsp:txXfrm>
        <a:off x="1220371" y="4393193"/>
        <a:ext cx="1220371" cy="988616"/>
      </dsp:txXfrm>
    </dsp:sp>
    <dsp:sp modelId="{B16BBCB2-6D84-4596-A6BF-A386C23CAB8C}">
      <dsp:nvSpPr>
        <dsp:cNvPr id="0" name=""/>
        <dsp:cNvSpPr/>
      </dsp:nvSpPr>
      <dsp:spPr>
        <a:xfrm>
          <a:off x="2440743" y="4393193"/>
          <a:ext cx="1220371" cy="988616"/>
        </a:xfrm>
        <a:prstGeom prst="rect">
          <a:avLst/>
        </a:prstGeom>
        <a:solidFill>
          <a:schemeClr val="accent2">
            <a:tint val="40000"/>
            <a:alpha val="90000"/>
            <a:hueOff val="-1227910"/>
            <a:satOff val="8180"/>
            <a:lumOff val="748"/>
            <a:alphaOff val="0"/>
          </a:schemeClr>
        </a:solidFill>
        <a:ln w="15875" cap="flat" cmpd="sng" algn="ctr">
          <a:solidFill>
            <a:schemeClr val="accent2">
              <a:tint val="40000"/>
              <a:alpha val="90000"/>
              <a:hueOff val="-1227910"/>
              <a:satOff val="8180"/>
              <a:lumOff val="7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t>computational models</a:t>
          </a:r>
        </a:p>
      </dsp:txBody>
      <dsp:txXfrm>
        <a:off x="2440743" y="4393193"/>
        <a:ext cx="1220371" cy="988616"/>
      </dsp:txXfrm>
    </dsp:sp>
    <dsp:sp modelId="{5821AE53-E6A6-4941-888D-FF8AAAFAC664}">
      <dsp:nvSpPr>
        <dsp:cNvPr id="0" name=""/>
        <dsp:cNvSpPr/>
      </dsp:nvSpPr>
      <dsp:spPr>
        <a:xfrm>
          <a:off x="3661115" y="4393193"/>
          <a:ext cx="1220371" cy="988616"/>
        </a:xfrm>
        <a:prstGeom prst="rect">
          <a:avLst/>
        </a:prstGeom>
        <a:solidFill>
          <a:schemeClr val="accent2">
            <a:tint val="40000"/>
            <a:alpha val="90000"/>
            <a:hueOff val="-1841865"/>
            <a:satOff val="12270"/>
            <a:lumOff val="1122"/>
            <a:alphaOff val="0"/>
          </a:schemeClr>
        </a:solidFill>
        <a:ln w="15875" cap="flat" cmpd="sng" algn="ctr">
          <a:solidFill>
            <a:schemeClr val="accent2">
              <a:tint val="40000"/>
              <a:alpha val="90000"/>
              <a:hueOff val="-1841865"/>
              <a:satOff val="12270"/>
              <a:lumOff val="112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t>programming models</a:t>
          </a:r>
        </a:p>
      </dsp:txBody>
      <dsp:txXfrm>
        <a:off x="3661115" y="4393193"/>
        <a:ext cx="1220371" cy="988616"/>
      </dsp:txXfrm>
    </dsp:sp>
    <dsp:sp modelId="{C73C3A14-0B62-4AB3-837E-64A4D6CA6D5E}">
      <dsp:nvSpPr>
        <dsp:cNvPr id="0" name=""/>
        <dsp:cNvSpPr/>
      </dsp:nvSpPr>
      <dsp:spPr>
        <a:xfrm rot="10800000">
          <a:off x="0" y="2447"/>
          <a:ext cx="4881487" cy="3305417"/>
        </a:xfrm>
        <a:prstGeom prst="upArrowCallou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a:t>Models for parallel processing can differ in their level of abstraction. </a:t>
          </a:r>
        </a:p>
      </dsp:txBody>
      <dsp:txXfrm rot="10800000">
        <a:off x="0" y="2447"/>
        <a:ext cx="4881487" cy="21477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EE5AA7-98D0-41C2-9737-5FB62D0B473B}">
      <dsp:nvSpPr>
        <dsp:cNvPr id="0" name=""/>
        <dsp:cNvSpPr/>
      </dsp:nvSpPr>
      <dsp:spPr>
        <a:xfrm>
          <a:off x="0" y="603"/>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A1F6C6-9E64-43ED-A5C6-F68840F5DAD8}">
      <dsp:nvSpPr>
        <dsp:cNvPr id="0" name=""/>
        <dsp:cNvSpPr/>
      </dsp:nvSpPr>
      <dsp:spPr>
        <a:xfrm>
          <a:off x="427016" y="318218"/>
          <a:ext cx="776392" cy="7763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0F1C41D-C5FC-4C88-8691-D98025D7B426}">
      <dsp:nvSpPr>
        <dsp:cNvPr id="0" name=""/>
        <dsp:cNvSpPr/>
      </dsp:nvSpPr>
      <dsp:spPr>
        <a:xfrm>
          <a:off x="1630424" y="603"/>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889000">
            <a:lnSpc>
              <a:spcPct val="90000"/>
            </a:lnSpc>
            <a:spcBef>
              <a:spcPct val="0"/>
            </a:spcBef>
            <a:spcAft>
              <a:spcPct val="35000"/>
            </a:spcAft>
            <a:buNone/>
          </a:pPr>
          <a:r>
            <a:rPr lang="en-US" sz="2000" kern="1200"/>
            <a:t>The </a:t>
          </a:r>
          <a:r>
            <a:rPr lang="en-US" sz="2000" b="1" kern="1200"/>
            <a:t>machine model </a:t>
          </a:r>
          <a:r>
            <a:rPr lang="en-US" sz="2000" kern="1200"/>
            <a:t>is at the lowest level of abstraction</a:t>
          </a:r>
        </a:p>
      </dsp:txBody>
      <dsp:txXfrm>
        <a:off x="1630424" y="603"/>
        <a:ext cx="3316622" cy="1411623"/>
      </dsp:txXfrm>
    </dsp:sp>
    <dsp:sp modelId="{9EE72A64-B832-43C0-A943-5F3421364F37}">
      <dsp:nvSpPr>
        <dsp:cNvPr id="0" name=""/>
        <dsp:cNvSpPr/>
      </dsp:nvSpPr>
      <dsp:spPr>
        <a:xfrm>
          <a:off x="0" y="1765132"/>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BCCE3E-44FC-4BD6-A3F2-AE104F8636A4}">
      <dsp:nvSpPr>
        <dsp:cNvPr id="0" name=""/>
        <dsp:cNvSpPr/>
      </dsp:nvSpPr>
      <dsp:spPr>
        <a:xfrm>
          <a:off x="427016" y="2082747"/>
          <a:ext cx="776392" cy="776392"/>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3913A4-3829-4011-8C45-FA7BF47CB19A}">
      <dsp:nvSpPr>
        <dsp:cNvPr id="0" name=""/>
        <dsp:cNvSpPr/>
      </dsp:nvSpPr>
      <dsp:spPr>
        <a:xfrm>
          <a:off x="1630424" y="1765132"/>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889000">
            <a:lnSpc>
              <a:spcPct val="90000"/>
            </a:lnSpc>
            <a:spcBef>
              <a:spcPct val="0"/>
            </a:spcBef>
            <a:spcAft>
              <a:spcPct val="35000"/>
            </a:spcAft>
            <a:buNone/>
          </a:pPr>
          <a:r>
            <a:rPr lang="en-US" sz="2000" kern="1200"/>
            <a:t>Consists of a description of hardware and operating system, e.g., the registers or the input and output buffers. </a:t>
          </a:r>
        </a:p>
      </dsp:txBody>
      <dsp:txXfrm>
        <a:off x="1630424" y="1765132"/>
        <a:ext cx="3316622" cy="1411623"/>
      </dsp:txXfrm>
    </dsp:sp>
    <dsp:sp modelId="{49CDF8DB-B72B-40AD-91EC-ABEBBA69EA6F}">
      <dsp:nvSpPr>
        <dsp:cNvPr id="0" name=""/>
        <dsp:cNvSpPr/>
      </dsp:nvSpPr>
      <dsp:spPr>
        <a:xfrm>
          <a:off x="0" y="3529661"/>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AFFF28-3F6D-463B-AF1C-8709236939A2}">
      <dsp:nvSpPr>
        <dsp:cNvPr id="0" name=""/>
        <dsp:cNvSpPr/>
      </dsp:nvSpPr>
      <dsp:spPr>
        <a:xfrm>
          <a:off x="427016" y="3847276"/>
          <a:ext cx="776392" cy="776392"/>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4674EE0-4B37-4364-B9D4-CE0A3C14DC94}">
      <dsp:nvSpPr>
        <dsp:cNvPr id="0" name=""/>
        <dsp:cNvSpPr/>
      </dsp:nvSpPr>
      <dsp:spPr>
        <a:xfrm>
          <a:off x="1630424" y="3529661"/>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889000">
            <a:lnSpc>
              <a:spcPct val="90000"/>
            </a:lnSpc>
            <a:spcBef>
              <a:spcPct val="0"/>
            </a:spcBef>
            <a:spcAft>
              <a:spcPct val="35000"/>
            </a:spcAft>
            <a:buNone/>
          </a:pPr>
          <a:r>
            <a:rPr lang="en-US" sz="2000" kern="1200"/>
            <a:t>Assembly languages are based on this level of models.</a:t>
          </a:r>
        </a:p>
      </dsp:txBody>
      <dsp:txXfrm>
        <a:off x="1630424" y="3529661"/>
        <a:ext cx="3316622" cy="14116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A7DCB-DCB0-4F7C-B7EB-E9A652E6C118}">
      <dsp:nvSpPr>
        <dsp:cNvPr id="0" name=""/>
        <dsp:cNvSpPr/>
      </dsp:nvSpPr>
      <dsp:spPr>
        <a:xfrm>
          <a:off x="0" y="653692"/>
          <a:ext cx="7289800" cy="12068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A3541-9CB7-4C88-A5B7-EF6D0B573318}">
      <dsp:nvSpPr>
        <dsp:cNvPr id="0" name=""/>
        <dsp:cNvSpPr/>
      </dsp:nvSpPr>
      <dsp:spPr>
        <a:xfrm>
          <a:off x="365062" y="925226"/>
          <a:ext cx="663749" cy="6637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620113-A29D-45D1-BFBC-1D49BD7ACF29}">
      <dsp:nvSpPr>
        <dsp:cNvPr id="0" name=""/>
        <dsp:cNvSpPr/>
      </dsp:nvSpPr>
      <dsp:spPr>
        <a:xfrm>
          <a:off x="1393874" y="653692"/>
          <a:ext cx="5895925" cy="1206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22" tIns="127722" rIns="127722" bIns="127722" numCol="1" spcCol="1270" anchor="ctr" anchorCtr="0">
          <a:noAutofit/>
        </a:bodyPr>
        <a:lstStyle/>
        <a:p>
          <a:pPr marL="0" lvl="0" indent="0" algn="l" defTabSz="933450">
            <a:lnSpc>
              <a:spcPct val="100000"/>
            </a:lnSpc>
            <a:spcBef>
              <a:spcPct val="0"/>
            </a:spcBef>
            <a:spcAft>
              <a:spcPct val="35000"/>
            </a:spcAft>
            <a:buNone/>
          </a:pPr>
          <a:r>
            <a:rPr lang="en-US" sz="2100" b="1" kern="1200"/>
            <a:t>Architectural models </a:t>
          </a:r>
          <a:r>
            <a:rPr lang="en-US" sz="2100" kern="1200"/>
            <a:t>are at the next level of abstraction.</a:t>
          </a:r>
        </a:p>
      </dsp:txBody>
      <dsp:txXfrm>
        <a:off x="1393874" y="653692"/>
        <a:ext cx="5895925" cy="1206817"/>
      </dsp:txXfrm>
    </dsp:sp>
    <dsp:sp modelId="{7C4388CC-91D0-4719-869B-11DE699211D2}">
      <dsp:nvSpPr>
        <dsp:cNvPr id="0" name=""/>
        <dsp:cNvSpPr/>
      </dsp:nvSpPr>
      <dsp:spPr>
        <a:xfrm>
          <a:off x="0" y="2162214"/>
          <a:ext cx="7289800" cy="12068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3C50BE-91B6-4B13-ACE5-91318466E640}">
      <dsp:nvSpPr>
        <dsp:cNvPr id="0" name=""/>
        <dsp:cNvSpPr/>
      </dsp:nvSpPr>
      <dsp:spPr>
        <a:xfrm>
          <a:off x="365062" y="2433748"/>
          <a:ext cx="663749" cy="6637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E3D1C9-6741-493B-8954-24F1B0D361E4}">
      <dsp:nvSpPr>
        <dsp:cNvPr id="0" name=""/>
        <dsp:cNvSpPr/>
      </dsp:nvSpPr>
      <dsp:spPr>
        <a:xfrm>
          <a:off x="1393874" y="2162214"/>
          <a:ext cx="5895925" cy="1206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22" tIns="127722" rIns="127722" bIns="127722" numCol="1" spcCol="1270" anchor="ctr" anchorCtr="0">
          <a:noAutofit/>
        </a:bodyPr>
        <a:lstStyle/>
        <a:p>
          <a:pPr marL="0" lvl="0" indent="0" algn="l" defTabSz="933450">
            <a:lnSpc>
              <a:spcPct val="100000"/>
            </a:lnSpc>
            <a:spcBef>
              <a:spcPct val="0"/>
            </a:spcBef>
            <a:spcAft>
              <a:spcPct val="35000"/>
            </a:spcAft>
            <a:buNone/>
          </a:pPr>
          <a:r>
            <a:rPr lang="en-US" sz="2100" kern="1200"/>
            <a:t>Properties described at this level include the interconnection network of parallel platforms, the memory of single instructions by SIMD or MIMD etc.</a:t>
          </a:r>
        </a:p>
      </dsp:txBody>
      <dsp:txXfrm>
        <a:off x="1393874" y="2162214"/>
        <a:ext cx="5895925" cy="12068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96AE13-321F-47E9-B3E5-8A5B0DC272C4}">
      <dsp:nvSpPr>
        <dsp:cNvPr id="0" name=""/>
        <dsp:cNvSpPr/>
      </dsp:nvSpPr>
      <dsp:spPr>
        <a:xfrm>
          <a:off x="0" y="57051"/>
          <a:ext cx="4231481" cy="1162906"/>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a:t>
          </a:r>
          <a:r>
            <a:rPr lang="en-US" sz="1800" b="1" kern="1200"/>
            <a:t>computational model </a:t>
          </a:r>
          <a:r>
            <a:rPr lang="en-US" sz="1800" kern="1200"/>
            <a:t>is at the next higher level of abstraction.</a:t>
          </a:r>
        </a:p>
      </dsp:txBody>
      <dsp:txXfrm>
        <a:off x="56768" y="113819"/>
        <a:ext cx="4117945" cy="1049370"/>
      </dsp:txXfrm>
    </dsp:sp>
    <dsp:sp modelId="{1F1138D3-D999-4F08-9E24-C1B09D6213E1}">
      <dsp:nvSpPr>
        <dsp:cNvPr id="0" name=""/>
        <dsp:cNvSpPr/>
      </dsp:nvSpPr>
      <dsp:spPr>
        <a:xfrm>
          <a:off x="0" y="1271798"/>
          <a:ext cx="4231481" cy="1162906"/>
        </a:xfrm>
        <a:prstGeom prst="roundRect">
          <a:avLst/>
        </a:prstGeom>
        <a:solidFill>
          <a:schemeClr val="accent2">
            <a:hueOff val="-441124"/>
            <a:satOff val="497"/>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It offers an abstract or more formal model of a corresponding architectural model. </a:t>
          </a:r>
        </a:p>
      </dsp:txBody>
      <dsp:txXfrm>
        <a:off x="56768" y="1328566"/>
        <a:ext cx="4117945" cy="1049370"/>
      </dsp:txXfrm>
    </dsp:sp>
    <dsp:sp modelId="{C2B2E862-F39B-451D-B50A-175B282F5724}">
      <dsp:nvSpPr>
        <dsp:cNvPr id="0" name=""/>
        <dsp:cNvSpPr/>
      </dsp:nvSpPr>
      <dsp:spPr>
        <a:xfrm>
          <a:off x="0" y="2486545"/>
          <a:ext cx="4231481" cy="1162906"/>
        </a:xfrm>
        <a:prstGeom prst="roundRect">
          <a:avLst/>
        </a:prstGeom>
        <a:solidFill>
          <a:schemeClr val="accent2">
            <a:hueOff val="-882249"/>
            <a:satOff val="995"/>
            <a:lumOff val="235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It provides cost functions reflecting the time needed for the execution of an algorithm on the resources of a computer given by an architectural model. </a:t>
          </a:r>
        </a:p>
      </dsp:txBody>
      <dsp:txXfrm>
        <a:off x="56768" y="2543313"/>
        <a:ext cx="4117945" cy="1049370"/>
      </dsp:txXfrm>
    </dsp:sp>
    <dsp:sp modelId="{4FB4952C-E9CA-405B-820A-0ED0BF40263F}">
      <dsp:nvSpPr>
        <dsp:cNvPr id="0" name=""/>
        <dsp:cNvSpPr/>
      </dsp:nvSpPr>
      <dsp:spPr>
        <a:xfrm>
          <a:off x="0" y="3701291"/>
          <a:ext cx="4231481" cy="1162906"/>
        </a:xfrm>
        <a:prstGeom prst="round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E.g. a CREW (concurrent read, exclusive write) shared-memory algorithm.</a:t>
          </a:r>
        </a:p>
      </dsp:txBody>
      <dsp:txXfrm>
        <a:off x="56768" y="3758059"/>
        <a:ext cx="4117945" cy="10493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5D90B2-42F1-4760-9E8F-4336ABED5F11}">
      <dsp:nvSpPr>
        <dsp:cNvPr id="0" name=""/>
        <dsp:cNvSpPr/>
      </dsp:nvSpPr>
      <dsp:spPr>
        <a:xfrm>
          <a:off x="0" y="74904"/>
          <a:ext cx="4231481" cy="15444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A computational model provides an analytical method for designing and evaluating algorithms. </a:t>
          </a:r>
        </a:p>
      </dsp:txBody>
      <dsp:txXfrm>
        <a:off x="75391" y="150295"/>
        <a:ext cx="4080699" cy="1393618"/>
      </dsp:txXfrm>
    </dsp:sp>
    <dsp:sp modelId="{A07085EF-A1B6-4FF3-9DEB-8C56D7CFAAA3}">
      <dsp:nvSpPr>
        <dsp:cNvPr id="0" name=""/>
        <dsp:cNvSpPr/>
      </dsp:nvSpPr>
      <dsp:spPr>
        <a:xfrm>
          <a:off x="0" y="1688425"/>
          <a:ext cx="4231481" cy="1544400"/>
        </a:xfrm>
        <a:prstGeom prst="roundRect">
          <a:avLst/>
        </a:prstGeom>
        <a:solidFill>
          <a:schemeClr val="accent2">
            <a:hueOff val="-661686"/>
            <a:satOff val="746"/>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complexity of an algorithm should reflect the performance on a real computer. </a:t>
          </a:r>
        </a:p>
      </dsp:txBody>
      <dsp:txXfrm>
        <a:off x="75391" y="1763816"/>
        <a:ext cx="4080699" cy="1393618"/>
      </dsp:txXfrm>
    </dsp:sp>
    <dsp:sp modelId="{6CF0A840-96ED-430B-BC4A-A810A482A796}">
      <dsp:nvSpPr>
        <dsp:cNvPr id="0" name=""/>
        <dsp:cNvSpPr/>
      </dsp:nvSpPr>
      <dsp:spPr>
        <a:xfrm>
          <a:off x="0" y="3301945"/>
          <a:ext cx="4231481" cy="1544400"/>
        </a:xfrm>
        <a:prstGeom prst="round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For sequential computing, the RAM model is a computational model for the von Neumann architectural model. </a:t>
          </a:r>
        </a:p>
      </dsp:txBody>
      <dsp:txXfrm>
        <a:off x="75391" y="3377336"/>
        <a:ext cx="4080699" cy="13936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F347AE-B231-4D0E-9003-CE8F5CA4A0E9}">
      <dsp:nvSpPr>
        <dsp:cNvPr id="0" name=""/>
        <dsp:cNvSpPr/>
      </dsp:nvSpPr>
      <dsp:spPr>
        <a:xfrm>
          <a:off x="0" y="603"/>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51F75E-CD21-4823-948E-DD576B394218}">
      <dsp:nvSpPr>
        <dsp:cNvPr id="0" name=""/>
        <dsp:cNvSpPr/>
      </dsp:nvSpPr>
      <dsp:spPr>
        <a:xfrm>
          <a:off x="427016" y="318218"/>
          <a:ext cx="776392" cy="7763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AA69EE-47B2-400E-9F08-5E655897AB77}">
      <dsp:nvSpPr>
        <dsp:cNvPr id="0" name=""/>
        <dsp:cNvSpPr/>
      </dsp:nvSpPr>
      <dsp:spPr>
        <a:xfrm>
          <a:off x="1630424" y="603"/>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755650">
            <a:lnSpc>
              <a:spcPct val="90000"/>
            </a:lnSpc>
            <a:spcBef>
              <a:spcPct val="0"/>
            </a:spcBef>
            <a:spcAft>
              <a:spcPct val="35000"/>
            </a:spcAft>
            <a:buNone/>
          </a:pPr>
          <a:r>
            <a:rPr lang="en-US" sz="1700" kern="1200"/>
            <a:t>The programming model is at the next higher level of abstraction.</a:t>
          </a:r>
        </a:p>
      </dsp:txBody>
      <dsp:txXfrm>
        <a:off x="1630424" y="603"/>
        <a:ext cx="3316622" cy="1411623"/>
      </dsp:txXfrm>
    </dsp:sp>
    <dsp:sp modelId="{4D895610-F203-48F2-BC21-CE056C98A6D7}">
      <dsp:nvSpPr>
        <dsp:cNvPr id="0" name=""/>
        <dsp:cNvSpPr/>
      </dsp:nvSpPr>
      <dsp:spPr>
        <a:xfrm>
          <a:off x="0" y="1765132"/>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F67168-3360-432B-BA0E-96C5C79680FD}">
      <dsp:nvSpPr>
        <dsp:cNvPr id="0" name=""/>
        <dsp:cNvSpPr/>
      </dsp:nvSpPr>
      <dsp:spPr>
        <a:xfrm>
          <a:off x="427016" y="2082747"/>
          <a:ext cx="776392" cy="7763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83F52E-07F9-4C40-B21F-1E28875BF48F}">
      <dsp:nvSpPr>
        <dsp:cNvPr id="0" name=""/>
        <dsp:cNvSpPr/>
      </dsp:nvSpPr>
      <dsp:spPr>
        <a:xfrm>
          <a:off x="1630424" y="1765132"/>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755650">
            <a:lnSpc>
              <a:spcPct val="90000"/>
            </a:lnSpc>
            <a:spcBef>
              <a:spcPct val="0"/>
            </a:spcBef>
            <a:spcAft>
              <a:spcPct val="35000"/>
            </a:spcAft>
            <a:buNone/>
          </a:pPr>
          <a:r>
            <a:rPr lang="en-US" sz="1700" kern="1200"/>
            <a:t>It describes a parallel computing system in terms of the semantics of the programming language or programming environment. </a:t>
          </a:r>
        </a:p>
      </dsp:txBody>
      <dsp:txXfrm>
        <a:off x="1630424" y="1765132"/>
        <a:ext cx="3316622" cy="1411623"/>
      </dsp:txXfrm>
    </dsp:sp>
    <dsp:sp modelId="{F453ADD5-B25D-4CE1-8B22-ACA81E7512BF}">
      <dsp:nvSpPr>
        <dsp:cNvPr id="0" name=""/>
        <dsp:cNvSpPr/>
      </dsp:nvSpPr>
      <dsp:spPr>
        <a:xfrm>
          <a:off x="0" y="3529661"/>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165E37-9217-4F5E-8784-4ECC179D86AB}">
      <dsp:nvSpPr>
        <dsp:cNvPr id="0" name=""/>
        <dsp:cNvSpPr/>
      </dsp:nvSpPr>
      <dsp:spPr>
        <a:xfrm>
          <a:off x="427016" y="3847276"/>
          <a:ext cx="776392" cy="7763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E1E54D-C0C0-4874-98B7-D76D8B5DA36F}">
      <dsp:nvSpPr>
        <dsp:cNvPr id="0" name=""/>
        <dsp:cNvSpPr/>
      </dsp:nvSpPr>
      <dsp:spPr>
        <a:xfrm>
          <a:off x="1630424" y="3529661"/>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755650">
            <a:lnSpc>
              <a:spcPct val="90000"/>
            </a:lnSpc>
            <a:spcBef>
              <a:spcPct val="0"/>
            </a:spcBef>
            <a:spcAft>
              <a:spcPct val="35000"/>
            </a:spcAft>
            <a:buNone/>
          </a:pPr>
          <a:r>
            <a:rPr lang="en-US" sz="1700" kern="1200"/>
            <a:t>A parallel programming model specifies the programmers view on the parallel computer by defining how the programmer can code an algorithm. </a:t>
          </a:r>
        </a:p>
      </dsp:txBody>
      <dsp:txXfrm>
        <a:off x="1630424" y="3529661"/>
        <a:ext cx="3316622" cy="141162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4F07560-5671-4658-B8C7-DB26F7A6224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Arial" panose="020B0604020202020204" pitchFamily="34" charset="0"/>
                <a:cs typeface="Arial" panose="020B0604020202020204" pitchFamily="34" charset="0"/>
              </a:defRPr>
            </a:lvl1pPr>
          </a:lstStyle>
          <a:p>
            <a:pPr>
              <a:defRPr/>
            </a:pPr>
            <a:endParaRPr lang="en-GB" altLang="en-US"/>
          </a:p>
        </p:txBody>
      </p:sp>
      <p:sp>
        <p:nvSpPr>
          <p:cNvPr id="9219" name="Rectangle 3">
            <a:extLst>
              <a:ext uri="{FF2B5EF4-FFF2-40B4-BE49-F238E27FC236}">
                <a16:creationId xmlns:a16="http://schemas.microsoft.com/office/drawing/2014/main" id="{E4A70434-14B5-412C-9FF1-E32B2FDFFF2E}"/>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Arial" panose="020B0604020202020204" pitchFamily="34" charset="0"/>
                <a:cs typeface="Arial" panose="020B0604020202020204" pitchFamily="34" charset="0"/>
              </a:defRPr>
            </a:lvl1pPr>
          </a:lstStyle>
          <a:p>
            <a:pPr>
              <a:defRPr/>
            </a:pPr>
            <a:endParaRPr lang="en-GB" altLang="en-US"/>
          </a:p>
        </p:txBody>
      </p:sp>
      <p:sp>
        <p:nvSpPr>
          <p:cNvPr id="7172" name="Rectangle 4">
            <a:extLst>
              <a:ext uri="{FF2B5EF4-FFF2-40B4-BE49-F238E27FC236}">
                <a16:creationId xmlns:a16="http://schemas.microsoft.com/office/drawing/2014/main" id="{D86DF37E-1F6D-47EA-973F-53E6ED6BD8B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a:extLst>
              <a:ext uri="{FF2B5EF4-FFF2-40B4-BE49-F238E27FC236}">
                <a16:creationId xmlns:a16="http://schemas.microsoft.com/office/drawing/2014/main" id="{7FFC131B-DD57-4CDA-87EC-39AD062DF88A}"/>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9222" name="Rectangle 6">
            <a:extLst>
              <a:ext uri="{FF2B5EF4-FFF2-40B4-BE49-F238E27FC236}">
                <a16:creationId xmlns:a16="http://schemas.microsoft.com/office/drawing/2014/main" id="{FDB1E1EA-4197-4C23-97E5-4E47CB060A9C}"/>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Arial" panose="020B0604020202020204" pitchFamily="34" charset="0"/>
                <a:cs typeface="Arial" panose="020B0604020202020204" pitchFamily="34" charset="0"/>
              </a:defRPr>
            </a:lvl1pPr>
          </a:lstStyle>
          <a:p>
            <a:pPr>
              <a:defRPr/>
            </a:pPr>
            <a:endParaRPr lang="en-GB" altLang="en-US"/>
          </a:p>
        </p:txBody>
      </p:sp>
      <p:sp>
        <p:nvSpPr>
          <p:cNvPr id="9223" name="Rectangle 7">
            <a:extLst>
              <a:ext uri="{FF2B5EF4-FFF2-40B4-BE49-F238E27FC236}">
                <a16:creationId xmlns:a16="http://schemas.microsoft.com/office/drawing/2014/main" id="{20939AE1-67DA-4C57-84F4-E90A14BDA90A}"/>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Arial" panose="020B0604020202020204" pitchFamily="34" charset="0"/>
                <a:cs typeface="Arial" panose="020B0604020202020204" pitchFamily="34" charset="0"/>
              </a:defRPr>
            </a:lvl1pPr>
          </a:lstStyle>
          <a:p>
            <a:pPr>
              <a:defRPr/>
            </a:pPr>
            <a:fld id="{7EBC9D10-6431-4B1D-9058-D77E53B9674D}"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0" i="0" dirty="0">
                <a:solidFill>
                  <a:srgbClr val="202124"/>
                </a:solidFill>
                <a:effectLst/>
                <a:latin typeface="arial" panose="020B0604020202020204" pitchFamily="34" charset="0"/>
              </a:rPr>
              <a:t>A superscalar processor allows multiple unrelated instructions to start on the same clock cycle on separate hardware units or pipelines.</a:t>
            </a:r>
            <a:endParaRPr lang="en-MY" b="0" dirty="0"/>
          </a:p>
        </p:txBody>
      </p:sp>
      <p:sp>
        <p:nvSpPr>
          <p:cNvPr id="4" name="Slide Number Placeholder 3"/>
          <p:cNvSpPr>
            <a:spLocks noGrp="1"/>
          </p:cNvSpPr>
          <p:nvPr>
            <p:ph type="sldNum" sz="quarter" idx="5"/>
          </p:nvPr>
        </p:nvSpPr>
        <p:spPr/>
        <p:txBody>
          <a:bodyPr/>
          <a:lstStyle/>
          <a:p>
            <a:pPr>
              <a:defRPr/>
            </a:pPr>
            <a:fld id="{7EBC9D10-6431-4B1D-9058-D77E53B9674D}" type="slidenum">
              <a:rPr lang="en-GB" altLang="en-US" smtClean="0"/>
              <a:pPr>
                <a:defRPr/>
              </a:pPr>
              <a:t>18</a:t>
            </a:fld>
            <a:endParaRPr lang="en-GB" altLang="en-US"/>
          </a:p>
        </p:txBody>
      </p:sp>
    </p:spTree>
    <p:extLst>
      <p:ext uri="{BB962C8B-B14F-4D97-AF65-F5344CB8AC3E}">
        <p14:creationId xmlns:p14="http://schemas.microsoft.com/office/powerpoint/2010/main" val="164128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1F3B4D19-1401-4058-B52C-F8AB2E4E37E4}"/>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588F06F0-2A12-4DAD-8B6C-4C188DBE3F6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en-US"/>
              <a:t>Michael J. Flynn (1966)</a:t>
            </a:r>
            <a:endParaRPr lang="en-US" altLang="en-US"/>
          </a:p>
        </p:txBody>
      </p:sp>
      <p:sp>
        <p:nvSpPr>
          <p:cNvPr id="31748" name="Slide Number Placeholder 3">
            <a:extLst>
              <a:ext uri="{FF2B5EF4-FFF2-40B4-BE49-F238E27FC236}">
                <a16:creationId xmlns:a16="http://schemas.microsoft.com/office/drawing/2014/main" id="{1C3B468C-F8CC-492C-BF5D-4A9971D3031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fontAlgn="base">
              <a:spcBef>
                <a:spcPct val="0"/>
              </a:spcBef>
              <a:spcAft>
                <a:spcPct val="0"/>
              </a:spcAft>
              <a:defRPr>
                <a:solidFill>
                  <a:schemeClr val="tx1"/>
                </a:solidFill>
                <a:latin typeface="Tw Cen MT" panose="020B0602020104020603" pitchFamily="34" charset="0"/>
              </a:defRPr>
            </a:lvl6pPr>
            <a:lvl7pPr marL="2971800" indent="-228600" defTabSz="457200" fontAlgn="base">
              <a:spcBef>
                <a:spcPct val="0"/>
              </a:spcBef>
              <a:spcAft>
                <a:spcPct val="0"/>
              </a:spcAft>
              <a:defRPr>
                <a:solidFill>
                  <a:schemeClr val="tx1"/>
                </a:solidFill>
                <a:latin typeface="Tw Cen MT" panose="020B0602020104020603" pitchFamily="34" charset="0"/>
              </a:defRPr>
            </a:lvl7pPr>
            <a:lvl8pPr marL="3429000" indent="-228600" defTabSz="457200" fontAlgn="base">
              <a:spcBef>
                <a:spcPct val="0"/>
              </a:spcBef>
              <a:spcAft>
                <a:spcPct val="0"/>
              </a:spcAft>
              <a:defRPr>
                <a:solidFill>
                  <a:schemeClr val="tx1"/>
                </a:solidFill>
                <a:latin typeface="Tw Cen MT" panose="020B0602020104020603" pitchFamily="34" charset="0"/>
              </a:defRPr>
            </a:lvl8pPr>
            <a:lvl9pPr marL="3886200" indent="-228600" defTabSz="457200" fontAlgn="base">
              <a:spcBef>
                <a:spcPct val="0"/>
              </a:spcBef>
              <a:spcAft>
                <a:spcPct val="0"/>
              </a:spcAft>
              <a:defRPr>
                <a:solidFill>
                  <a:schemeClr val="tx1"/>
                </a:solidFill>
                <a:latin typeface="Tw Cen MT" panose="020B0602020104020603" pitchFamily="34" charset="0"/>
              </a:defRPr>
            </a:lvl9pPr>
          </a:lstStyle>
          <a:p>
            <a:pPr fontAlgn="base">
              <a:spcBef>
                <a:spcPct val="0"/>
              </a:spcBef>
              <a:spcAft>
                <a:spcPct val="0"/>
              </a:spcAft>
            </a:pPr>
            <a:fld id="{158A1449-38D7-4338-AE43-9039CB4FEC07}" type="slidenum">
              <a:rPr lang="en-GB" altLang="en-US" smtClean="0">
                <a:latin typeface="Arial" panose="020B0604020202020204" pitchFamily="34" charset="0"/>
              </a:rPr>
              <a:pPr fontAlgn="base">
                <a:spcBef>
                  <a:spcPct val="0"/>
                </a:spcBef>
                <a:spcAft>
                  <a:spcPct val="0"/>
                </a:spcAft>
              </a:pPr>
              <a:t>22</a:t>
            </a:fld>
            <a:endParaRPr lang="en-GB"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7EBC9D10-6431-4B1D-9058-D77E53B9674D}" type="slidenum">
              <a:rPr lang="en-GB" altLang="en-US" smtClean="0"/>
              <a:pPr>
                <a:defRPr/>
              </a:pPr>
              <a:t>27</a:t>
            </a:fld>
            <a:endParaRPr lang="en-GB" altLang="en-US"/>
          </a:p>
        </p:txBody>
      </p:sp>
    </p:spTree>
    <p:extLst>
      <p:ext uri="{BB962C8B-B14F-4D97-AF65-F5344CB8AC3E}">
        <p14:creationId xmlns:p14="http://schemas.microsoft.com/office/powerpoint/2010/main" val="2774012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ABFC0E-CE98-4616-8910-1F21F47FE741}" type="slidenum">
              <a:rPr lang="en-GB" altLang="en-US" smtClean="0"/>
              <a:pPr/>
              <a:t>32</a:t>
            </a:fld>
            <a:endParaRPr lang="en-GB" altLang="en-US"/>
          </a:p>
        </p:txBody>
      </p:sp>
    </p:spTree>
    <p:extLst>
      <p:ext uri="{BB962C8B-B14F-4D97-AF65-F5344CB8AC3E}">
        <p14:creationId xmlns:p14="http://schemas.microsoft.com/office/powerpoint/2010/main" val="2063645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ABFC0E-CE98-4616-8910-1F21F47FE741}" type="slidenum">
              <a:rPr lang="en-GB" altLang="en-US" smtClean="0"/>
              <a:pPr/>
              <a:t>33</a:t>
            </a:fld>
            <a:endParaRPr lang="en-GB" altLang="en-US"/>
          </a:p>
        </p:txBody>
      </p:sp>
    </p:spTree>
    <p:extLst>
      <p:ext uri="{BB962C8B-B14F-4D97-AF65-F5344CB8AC3E}">
        <p14:creationId xmlns:p14="http://schemas.microsoft.com/office/powerpoint/2010/main" val="4068664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ChangeArrowheads="1" noTextEdit="1"/>
          </p:cNvSpPr>
          <p:nvPr>
            <p:ph type="sldImg"/>
          </p:nvPr>
        </p:nvSpPr>
        <p:spPr>
          <a:ln/>
        </p:spPr>
      </p:sp>
      <p:sp>
        <p:nvSpPr>
          <p:cNvPr id="23555"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MY" altLang="en-US" dirty="0"/>
              <a:t>W=Energy</a:t>
            </a:r>
          </a:p>
          <a:p>
            <a:r>
              <a:rPr lang="en-MY" altLang="en-US" dirty="0"/>
              <a:t>C=Capacitance</a:t>
            </a:r>
          </a:p>
          <a:p>
            <a:r>
              <a:rPr lang="en-MY" altLang="en-US" dirty="0"/>
              <a:t>V=Voltage</a:t>
            </a:r>
          </a:p>
          <a:p>
            <a:r>
              <a:rPr lang="en-US" altLang="zh-CN" dirty="0"/>
              <a:t>F= Force</a:t>
            </a:r>
            <a:endParaRPr lang="en-MY" altLang="en-US" dirty="0"/>
          </a:p>
        </p:txBody>
      </p:sp>
      <p:sp>
        <p:nvSpPr>
          <p:cNvPr id="23556"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90777266-9D6D-4898-8113-ABCDD3F85D53}" type="slidenum">
              <a:rPr lang="en-GB" altLang="en-US" smtClean="0">
                <a:latin typeface="Arial" panose="020B0604020202020204" pitchFamily="34" charset="0"/>
              </a:rPr>
              <a:pPr fontAlgn="base">
                <a:spcBef>
                  <a:spcPct val="0"/>
                </a:spcBef>
                <a:spcAft>
                  <a:spcPct val="0"/>
                </a:spcAft>
              </a:pPr>
              <a:t>37</a:t>
            </a:fld>
            <a:endParaRPr lang="en-GB" altLang="en-US">
              <a:latin typeface="Arial" panose="020B0604020202020204" pitchFamily="34" charset="0"/>
            </a:endParaRPr>
          </a:p>
        </p:txBody>
      </p:sp>
    </p:spTree>
    <p:extLst>
      <p:ext uri="{BB962C8B-B14F-4D97-AF65-F5344CB8AC3E}">
        <p14:creationId xmlns:p14="http://schemas.microsoft.com/office/powerpoint/2010/main" val="3528760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4B64BD-2C01-4ACA-9EA7-D2936F14B801}"/>
              </a:ext>
            </a:extLst>
          </p:cNvPr>
          <p:cNvSpPr/>
          <p:nvPr/>
        </p:nvSpPr>
        <p:spPr>
          <a:xfrm>
            <a:off x="0" y="0"/>
            <a:ext cx="9144000" cy="457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Freeform 9">
            <a:extLst>
              <a:ext uri="{FF2B5EF4-FFF2-40B4-BE49-F238E27FC236}">
                <a16:creationId xmlns:a16="http://schemas.microsoft.com/office/drawing/2014/main" id="{CAE859FF-A1D9-4C94-8ECC-C70C624B9AA7}"/>
              </a:ext>
            </a:extLst>
          </p:cNvPr>
          <p:cNvSpPr/>
          <p:nvPr/>
        </p:nvSpPr>
        <p:spPr>
          <a:xfrm>
            <a:off x="4763" y="0"/>
            <a:ext cx="9139237" cy="4572000"/>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32D20BE2-ADAB-4786-970D-3F9A40BCF84F}"/>
              </a:ext>
            </a:extLst>
          </p:cNvPr>
          <p:cNvCxnSpPr/>
          <p:nvPr/>
        </p:nvCxnSpPr>
        <p:spPr>
          <a:xfrm flipV="1">
            <a:off x="6289675" y="5264150"/>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342900" y="4960137"/>
            <a:ext cx="5829300" cy="1463040"/>
          </a:xfrm>
        </p:spPr>
        <p:txBody>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3">
            <a:extLst>
              <a:ext uri="{FF2B5EF4-FFF2-40B4-BE49-F238E27FC236}">
                <a16:creationId xmlns:a16="http://schemas.microsoft.com/office/drawing/2014/main" id="{BA8ECF86-67E6-49B8-8878-DCBCB01221AD}"/>
              </a:ext>
            </a:extLst>
          </p:cNvPr>
          <p:cNvSpPr>
            <a:spLocks noGrp="1"/>
          </p:cNvSpPr>
          <p:nvPr>
            <p:ph type="dt" sz="half" idx="10"/>
          </p:nvPr>
        </p:nvSpPr>
        <p:spPr/>
        <p:txBody>
          <a:bodyPr/>
          <a:lstStyle>
            <a:lvl1pPr algn="l">
              <a:defRPr smtClean="0"/>
            </a:lvl1pPr>
          </a:lstStyle>
          <a:p>
            <a:pPr>
              <a:defRPr/>
            </a:pPr>
            <a:fld id="{EDA3C78B-4885-4F32-B897-F3FCA6757443}" type="datetimeFigureOut">
              <a:rPr lang="en-MY"/>
              <a:pPr>
                <a:defRPr/>
              </a:pPr>
              <a:t>11/3/2024</a:t>
            </a:fld>
            <a:endParaRPr lang="en-MY"/>
          </a:p>
        </p:txBody>
      </p:sp>
      <p:sp>
        <p:nvSpPr>
          <p:cNvPr id="8" name="Footer Placeholder 4">
            <a:extLst>
              <a:ext uri="{FF2B5EF4-FFF2-40B4-BE49-F238E27FC236}">
                <a16:creationId xmlns:a16="http://schemas.microsoft.com/office/drawing/2014/main" id="{B6F1EF13-6E03-425A-9DF9-4EF8DEF72C33}"/>
              </a:ext>
            </a:extLst>
          </p:cNvPr>
          <p:cNvSpPr>
            <a:spLocks noGrp="1"/>
          </p:cNvSpPr>
          <p:nvPr>
            <p:ph type="ftr" sz="quarter" idx="11"/>
          </p:nvPr>
        </p:nvSpPr>
        <p:spPr/>
        <p:txBody>
          <a:bodyPr/>
          <a:lstStyle>
            <a:lvl1pPr>
              <a:defRPr/>
            </a:lvl1pPr>
          </a:lstStyle>
          <a:p>
            <a:pPr>
              <a:defRPr/>
            </a:pPr>
            <a:endParaRPr lang="en-MY"/>
          </a:p>
        </p:txBody>
      </p:sp>
      <p:sp>
        <p:nvSpPr>
          <p:cNvPr id="9" name="Slide Number Placeholder 5">
            <a:extLst>
              <a:ext uri="{FF2B5EF4-FFF2-40B4-BE49-F238E27FC236}">
                <a16:creationId xmlns:a16="http://schemas.microsoft.com/office/drawing/2014/main" id="{F8A879DC-EE79-4B51-8196-E3F5013850A9}"/>
              </a:ext>
            </a:extLst>
          </p:cNvPr>
          <p:cNvSpPr>
            <a:spLocks noGrp="1"/>
          </p:cNvSpPr>
          <p:nvPr>
            <p:ph type="sldNum" sz="quarter" idx="12"/>
          </p:nvPr>
        </p:nvSpPr>
        <p:spPr/>
        <p:txBody>
          <a:bodyPr/>
          <a:lstStyle>
            <a:lvl1pPr>
              <a:defRPr/>
            </a:lvl1pPr>
          </a:lstStyle>
          <a:p>
            <a:pPr>
              <a:defRPr/>
            </a:pPr>
            <a:fld id="{19B5DC01-598E-4B03-AD83-8518F6F6CC1D}" type="slidenum">
              <a:rPr lang="en-US" altLang="en-US"/>
              <a:pPr>
                <a:defRPr/>
              </a:pPr>
              <a:t>‹#›</a:t>
            </a:fld>
            <a:endParaRPr lang="en-US" altLang="en-US"/>
          </a:p>
        </p:txBody>
      </p:sp>
    </p:spTree>
    <p:extLst>
      <p:ext uri="{BB962C8B-B14F-4D97-AF65-F5344CB8AC3E}">
        <p14:creationId xmlns:p14="http://schemas.microsoft.com/office/powerpoint/2010/main" val="2193842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80F748-663F-4F92-B478-510E0EB8B529}"/>
              </a:ext>
            </a:extLst>
          </p:cNvPr>
          <p:cNvSpPr>
            <a:spLocks noGrp="1"/>
          </p:cNvSpPr>
          <p:nvPr>
            <p:ph type="dt" sz="half" idx="10"/>
          </p:nvPr>
        </p:nvSpPr>
        <p:spPr/>
        <p:txBody>
          <a:bodyPr/>
          <a:lstStyle>
            <a:lvl1pPr>
              <a:defRPr/>
            </a:lvl1pPr>
          </a:lstStyle>
          <a:p>
            <a:pPr>
              <a:defRPr/>
            </a:pPr>
            <a:fld id="{13BE6A99-90BE-4EA5-AA59-D700710EB6EA}" type="datetimeFigureOut">
              <a:rPr lang="en-MY"/>
              <a:pPr>
                <a:defRPr/>
              </a:pPr>
              <a:t>11/3/2024</a:t>
            </a:fld>
            <a:endParaRPr lang="en-MY"/>
          </a:p>
        </p:txBody>
      </p:sp>
      <p:sp>
        <p:nvSpPr>
          <p:cNvPr id="5" name="Footer Placeholder 4">
            <a:extLst>
              <a:ext uri="{FF2B5EF4-FFF2-40B4-BE49-F238E27FC236}">
                <a16:creationId xmlns:a16="http://schemas.microsoft.com/office/drawing/2014/main" id="{D06934F4-6C65-454E-90AB-16B19D6E9342}"/>
              </a:ext>
            </a:extLst>
          </p:cNvPr>
          <p:cNvSpPr>
            <a:spLocks noGrp="1"/>
          </p:cNvSpPr>
          <p:nvPr>
            <p:ph type="ftr" sz="quarter" idx="11"/>
          </p:nvPr>
        </p:nvSpPr>
        <p:spPr/>
        <p:txBody>
          <a:bodyPr/>
          <a:lstStyle>
            <a:lvl1pPr>
              <a:defRPr/>
            </a:lvl1pPr>
          </a:lstStyle>
          <a:p>
            <a:pPr>
              <a:defRPr/>
            </a:pPr>
            <a:endParaRPr lang="en-MY"/>
          </a:p>
        </p:txBody>
      </p:sp>
      <p:sp>
        <p:nvSpPr>
          <p:cNvPr id="6" name="Slide Number Placeholder 5">
            <a:extLst>
              <a:ext uri="{FF2B5EF4-FFF2-40B4-BE49-F238E27FC236}">
                <a16:creationId xmlns:a16="http://schemas.microsoft.com/office/drawing/2014/main" id="{D74A4209-0716-45EB-A4FF-8BC325A204EC}"/>
              </a:ext>
            </a:extLst>
          </p:cNvPr>
          <p:cNvSpPr>
            <a:spLocks noGrp="1"/>
          </p:cNvSpPr>
          <p:nvPr>
            <p:ph type="sldNum" sz="quarter" idx="12"/>
          </p:nvPr>
        </p:nvSpPr>
        <p:spPr/>
        <p:txBody>
          <a:bodyPr/>
          <a:lstStyle>
            <a:lvl1pPr>
              <a:defRPr/>
            </a:lvl1pPr>
          </a:lstStyle>
          <a:p>
            <a:pPr>
              <a:defRPr/>
            </a:pPr>
            <a:fld id="{69B29D30-A1FE-44D8-8019-57B0822A1D8D}" type="slidenum">
              <a:rPr lang="en-MY" altLang="en-US"/>
              <a:pPr>
                <a:defRPr/>
              </a:pPr>
              <a:t>‹#›</a:t>
            </a:fld>
            <a:endParaRPr lang="en-MY" altLang="en-US"/>
          </a:p>
        </p:txBody>
      </p:sp>
    </p:spTree>
    <p:extLst>
      <p:ext uri="{BB962C8B-B14F-4D97-AF65-F5344CB8AC3E}">
        <p14:creationId xmlns:p14="http://schemas.microsoft.com/office/powerpoint/2010/main" val="25883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31564F6-B752-4088-A066-980CE201D514}"/>
              </a:ext>
            </a:extLst>
          </p:cNvPr>
          <p:cNvSpPr/>
          <p:nvPr/>
        </p:nvSpPr>
        <p:spPr>
          <a:xfrm>
            <a:off x="0" y="0"/>
            <a:ext cx="9144000" cy="457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Freeform 10">
            <a:extLst>
              <a:ext uri="{FF2B5EF4-FFF2-40B4-BE49-F238E27FC236}">
                <a16:creationId xmlns:a16="http://schemas.microsoft.com/office/drawing/2014/main" id="{886926CC-9531-481F-B1F7-73828D370959}"/>
              </a:ext>
            </a:extLst>
          </p:cNvPr>
          <p:cNvSpPr/>
          <p:nvPr/>
        </p:nvSpPr>
        <p:spPr>
          <a:xfrm>
            <a:off x="4763" y="0"/>
            <a:ext cx="9139237" cy="4572000"/>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F33A7BC8-658D-4F56-BF14-2E78DE08BBF5}"/>
              </a:ext>
            </a:extLst>
          </p:cNvPr>
          <p:cNvCxnSpPr/>
          <p:nvPr/>
        </p:nvCxnSpPr>
        <p:spPr>
          <a:xfrm flipV="1">
            <a:off x="6289675" y="5264150"/>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42900" y="4960137"/>
            <a:ext cx="5829300" cy="1463040"/>
          </a:xfrm>
        </p:spPr>
        <p:txBody>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a:extLst>
              <a:ext uri="{FF2B5EF4-FFF2-40B4-BE49-F238E27FC236}">
                <a16:creationId xmlns:a16="http://schemas.microsoft.com/office/drawing/2014/main" id="{413EAE65-882C-43DA-BB1F-4CDA0A886848}"/>
              </a:ext>
            </a:extLst>
          </p:cNvPr>
          <p:cNvSpPr>
            <a:spLocks noGrp="1"/>
          </p:cNvSpPr>
          <p:nvPr>
            <p:ph type="dt" sz="half" idx="10"/>
          </p:nvPr>
        </p:nvSpPr>
        <p:spPr/>
        <p:txBody>
          <a:bodyPr/>
          <a:lstStyle>
            <a:lvl1pPr>
              <a:defRPr/>
            </a:lvl1pPr>
          </a:lstStyle>
          <a:p>
            <a:pPr>
              <a:defRPr/>
            </a:pPr>
            <a:fld id="{ACDA37EC-09D7-4284-9114-51FF3B0B8F8A}" type="datetimeFigureOut">
              <a:rPr lang="en-MY"/>
              <a:pPr>
                <a:defRPr/>
              </a:pPr>
              <a:t>11/3/2024</a:t>
            </a:fld>
            <a:endParaRPr lang="en-MY"/>
          </a:p>
        </p:txBody>
      </p:sp>
      <p:sp>
        <p:nvSpPr>
          <p:cNvPr id="8" name="Footer Placeholder 4">
            <a:extLst>
              <a:ext uri="{FF2B5EF4-FFF2-40B4-BE49-F238E27FC236}">
                <a16:creationId xmlns:a16="http://schemas.microsoft.com/office/drawing/2014/main" id="{F1DF4F78-1804-4502-B529-2CDC035A801D}"/>
              </a:ext>
            </a:extLst>
          </p:cNvPr>
          <p:cNvSpPr>
            <a:spLocks noGrp="1"/>
          </p:cNvSpPr>
          <p:nvPr>
            <p:ph type="ftr" sz="quarter" idx="11"/>
          </p:nvPr>
        </p:nvSpPr>
        <p:spPr/>
        <p:txBody>
          <a:bodyPr/>
          <a:lstStyle>
            <a:lvl1pPr>
              <a:defRPr/>
            </a:lvl1pPr>
          </a:lstStyle>
          <a:p>
            <a:pPr>
              <a:defRPr/>
            </a:pPr>
            <a:endParaRPr lang="en-MY"/>
          </a:p>
        </p:txBody>
      </p:sp>
      <p:sp>
        <p:nvSpPr>
          <p:cNvPr id="9" name="Slide Number Placeholder 5">
            <a:extLst>
              <a:ext uri="{FF2B5EF4-FFF2-40B4-BE49-F238E27FC236}">
                <a16:creationId xmlns:a16="http://schemas.microsoft.com/office/drawing/2014/main" id="{7F00404C-CD9F-405B-8380-D6AA188E99EC}"/>
              </a:ext>
            </a:extLst>
          </p:cNvPr>
          <p:cNvSpPr>
            <a:spLocks noGrp="1"/>
          </p:cNvSpPr>
          <p:nvPr>
            <p:ph type="sldNum" sz="quarter" idx="12"/>
          </p:nvPr>
        </p:nvSpPr>
        <p:spPr/>
        <p:txBody>
          <a:bodyPr/>
          <a:lstStyle>
            <a:lvl1pPr>
              <a:defRPr/>
            </a:lvl1pPr>
          </a:lstStyle>
          <a:p>
            <a:pPr>
              <a:defRPr/>
            </a:pPr>
            <a:fld id="{B99A80FE-2351-43A7-A0A7-D766C510B9F9}" type="slidenum">
              <a:rPr lang="en-MY" altLang="en-US"/>
              <a:pPr>
                <a:defRPr/>
              </a:pPr>
              <a:t>‹#›</a:t>
            </a:fld>
            <a:endParaRPr lang="en-MY" altLang="en-US"/>
          </a:p>
        </p:txBody>
      </p:sp>
    </p:spTree>
    <p:extLst>
      <p:ext uri="{BB962C8B-B14F-4D97-AF65-F5344CB8AC3E}">
        <p14:creationId xmlns:p14="http://schemas.microsoft.com/office/powerpoint/2010/main" val="114015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0D5A55D4-543B-4C88-8759-2F6808C5C364}"/>
              </a:ext>
            </a:extLst>
          </p:cNvPr>
          <p:cNvSpPr>
            <a:spLocks noGrp="1"/>
          </p:cNvSpPr>
          <p:nvPr>
            <p:ph type="dt" sz="half" idx="10"/>
          </p:nvPr>
        </p:nvSpPr>
        <p:spPr/>
        <p:txBody>
          <a:bodyPr/>
          <a:lstStyle>
            <a:lvl1pPr>
              <a:defRPr/>
            </a:lvl1pPr>
          </a:lstStyle>
          <a:p>
            <a:pPr>
              <a:defRPr/>
            </a:pPr>
            <a:fld id="{5955387D-A74E-422C-97EA-ACB13ECFADA4}" type="datetimeFigureOut">
              <a:rPr lang="en-MY"/>
              <a:pPr>
                <a:defRPr/>
              </a:pPr>
              <a:t>11/3/2024</a:t>
            </a:fld>
            <a:endParaRPr lang="en-MY"/>
          </a:p>
        </p:txBody>
      </p:sp>
      <p:sp>
        <p:nvSpPr>
          <p:cNvPr id="6" name="Footer Placeholder 4">
            <a:extLst>
              <a:ext uri="{FF2B5EF4-FFF2-40B4-BE49-F238E27FC236}">
                <a16:creationId xmlns:a16="http://schemas.microsoft.com/office/drawing/2014/main" id="{BA997CAE-B0ED-43F1-931C-01D29CACC70B}"/>
              </a:ext>
            </a:extLst>
          </p:cNvPr>
          <p:cNvSpPr>
            <a:spLocks noGrp="1"/>
          </p:cNvSpPr>
          <p:nvPr>
            <p:ph type="ftr" sz="quarter" idx="11"/>
          </p:nvPr>
        </p:nvSpPr>
        <p:spPr/>
        <p:txBody>
          <a:bodyPr/>
          <a:lstStyle>
            <a:lvl1pPr>
              <a:defRPr/>
            </a:lvl1pPr>
          </a:lstStyle>
          <a:p>
            <a:pPr>
              <a:defRPr/>
            </a:pPr>
            <a:endParaRPr lang="en-MY"/>
          </a:p>
        </p:txBody>
      </p:sp>
      <p:sp>
        <p:nvSpPr>
          <p:cNvPr id="7" name="Slide Number Placeholder 5">
            <a:extLst>
              <a:ext uri="{FF2B5EF4-FFF2-40B4-BE49-F238E27FC236}">
                <a16:creationId xmlns:a16="http://schemas.microsoft.com/office/drawing/2014/main" id="{F7A7C8EF-D313-4063-9627-A8DC00705874}"/>
              </a:ext>
            </a:extLst>
          </p:cNvPr>
          <p:cNvSpPr>
            <a:spLocks noGrp="1"/>
          </p:cNvSpPr>
          <p:nvPr>
            <p:ph type="sldNum" sz="quarter" idx="12"/>
          </p:nvPr>
        </p:nvSpPr>
        <p:spPr/>
        <p:txBody>
          <a:bodyPr/>
          <a:lstStyle>
            <a:lvl1pPr>
              <a:defRPr/>
            </a:lvl1pPr>
          </a:lstStyle>
          <a:p>
            <a:pPr>
              <a:defRPr/>
            </a:pPr>
            <a:fld id="{948B3A6C-ABFA-4E11-BFEE-1DC3D19800EF}" type="slidenum">
              <a:rPr lang="en-MY" altLang="en-US"/>
              <a:pPr>
                <a:defRPr/>
              </a:pPr>
              <a:t>‹#›</a:t>
            </a:fld>
            <a:endParaRPr lang="en-MY" altLang="en-US"/>
          </a:p>
        </p:txBody>
      </p:sp>
    </p:spTree>
    <p:extLst>
      <p:ext uri="{BB962C8B-B14F-4D97-AF65-F5344CB8AC3E}">
        <p14:creationId xmlns:p14="http://schemas.microsoft.com/office/powerpoint/2010/main" val="567640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22945146-BF1A-470D-A23B-B8286CFABF5F}"/>
              </a:ext>
            </a:extLst>
          </p:cNvPr>
          <p:cNvSpPr>
            <a:spLocks noGrp="1"/>
          </p:cNvSpPr>
          <p:nvPr>
            <p:ph type="dt" sz="half" idx="10"/>
          </p:nvPr>
        </p:nvSpPr>
        <p:spPr/>
        <p:txBody>
          <a:bodyPr/>
          <a:lstStyle>
            <a:lvl1pPr>
              <a:defRPr/>
            </a:lvl1pPr>
          </a:lstStyle>
          <a:p>
            <a:pPr>
              <a:defRPr/>
            </a:pPr>
            <a:fld id="{C062515A-8F6F-4F2C-BA9E-0C7B01EA1C4D}" type="datetimeFigureOut">
              <a:rPr lang="en-MY"/>
              <a:pPr>
                <a:defRPr/>
              </a:pPr>
              <a:t>11/3/2024</a:t>
            </a:fld>
            <a:endParaRPr lang="en-MY"/>
          </a:p>
        </p:txBody>
      </p:sp>
      <p:sp>
        <p:nvSpPr>
          <p:cNvPr id="8" name="Footer Placeholder 4">
            <a:extLst>
              <a:ext uri="{FF2B5EF4-FFF2-40B4-BE49-F238E27FC236}">
                <a16:creationId xmlns:a16="http://schemas.microsoft.com/office/drawing/2014/main" id="{58B7A17B-0B23-4935-9AA2-66B365BDADB4}"/>
              </a:ext>
            </a:extLst>
          </p:cNvPr>
          <p:cNvSpPr>
            <a:spLocks noGrp="1"/>
          </p:cNvSpPr>
          <p:nvPr>
            <p:ph type="ftr" sz="quarter" idx="11"/>
          </p:nvPr>
        </p:nvSpPr>
        <p:spPr/>
        <p:txBody>
          <a:bodyPr/>
          <a:lstStyle>
            <a:lvl1pPr>
              <a:defRPr/>
            </a:lvl1pPr>
          </a:lstStyle>
          <a:p>
            <a:pPr>
              <a:defRPr/>
            </a:pPr>
            <a:endParaRPr lang="en-MY"/>
          </a:p>
        </p:txBody>
      </p:sp>
      <p:sp>
        <p:nvSpPr>
          <p:cNvPr id="9" name="Slide Number Placeholder 5">
            <a:extLst>
              <a:ext uri="{FF2B5EF4-FFF2-40B4-BE49-F238E27FC236}">
                <a16:creationId xmlns:a16="http://schemas.microsoft.com/office/drawing/2014/main" id="{BBCF9331-ED19-4104-B68D-917E74C7B443}"/>
              </a:ext>
            </a:extLst>
          </p:cNvPr>
          <p:cNvSpPr>
            <a:spLocks noGrp="1"/>
          </p:cNvSpPr>
          <p:nvPr>
            <p:ph type="sldNum" sz="quarter" idx="12"/>
          </p:nvPr>
        </p:nvSpPr>
        <p:spPr/>
        <p:txBody>
          <a:bodyPr/>
          <a:lstStyle>
            <a:lvl1pPr>
              <a:defRPr/>
            </a:lvl1pPr>
          </a:lstStyle>
          <a:p>
            <a:pPr>
              <a:defRPr/>
            </a:pPr>
            <a:fld id="{23CDBC0D-5060-458C-8043-5257806A8244}" type="slidenum">
              <a:rPr lang="en-MY" altLang="en-US"/>
              <a:pPr>
                <a:defRPr/>
              </a:pPr>
              <a:t>‹#›</a:t>
            </a:fld>
            <a:endParaRPr lang="en-MY" altLang="en-US"/>
          </a:p>
        </p:txBody>
      </p:sp>
    </p:spTree>
    <p:extLst>
      <p:ext uri="{BB962C8B-B14F-4D97-AF65-F5344CB8AC3E}">
        <p14:creationId xmlns:p14="http://schemas.microsoft.com/office/powerpoint/2010/main" val="3517201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8EA7C83E-F6ED-48CE-B083-A6F204990E8A}"/>
              </a:ext>
            </a:extLst>
          </p:cNvPr>
          <p:cNvSpPr>
            <a:spLocks noGrp="1"/>
          </p:cNvSpPr>
          <p:nvPr>
            <p:ph type="dt" sz="half" idx="10"/>
          </p:nvPr>
        </p:nvSpPr>
        <p:spPr/>
        <p:txBody>
          <a:bodyPr/>
          <a:lstStyle>
            <a:lvl1pPr>
              <a:defRPr/>
            </a:lvl1pPr>
          </a:lstStyle>
          <a:p>
            <a:pPr>
              <a:defRPr/>
            </a:pPr>
            <a:fld id="{C2BC4C27-C111-4C54-B449-97E651391A05}" type="datetimeFigureOut">
              <a:rPr lang="en-MY"/>
              <a:pPr>
                <a:defRPr/>
              </a:pPr>
              <a:t>11/3/2024</a:t>
            </a:fld>
            <a:endParaRPr lang="en-MY"/>
          </a:p>
        </p:txBody>
      </p:sp>
      <p:sp>
        <p:nvSpPr>
          <p:cNvPr id="4" name="Footer Placeholder 4">
            <a:extLst>
              <a:ext uri="{FF2B5EF4-FFF2-40B4-BE49-F238E27FC236}">
                <a16:creationId xmlns:a16="http://schemas.microsoft.com/office/drawing/2014/main" id="{2B080D90-A37E-41AA-80F5-F8296A22EE02}"/>
              </a:ext>
            </a:extLst>
          </p:cNvPr>
          <p:cNvSpPr>
            <a:spLocks noGrp="1"/>
          </p:cNvSpPr>
          <p:nvPr>
            <p:ph type="ftr" sz="quarter" idx="11"/>
          </p:nvPr>
        </p:nvSpPr>
        <p:spPr/>
        <p:txBody>
          <a:bodyPr/>
          <a:lstStyle>
            <a:lvl1pPr>
              <a:defRPr/>
            </a:lvl1pPr>
          </a:lstStyle>
          <a:p>
            <a:pPr>
              <a:defRPr/>
            </a:pPr>
            <a:endParaRPr lang="en-MY"/>
          </a:p>
        </p:txBody>
      </p:sp>
      <p:sp>
        <p:nvSpPr>
          <p:cNvPr id="5" name="Slide Number Placeholder 5">
            <a:extLst>
              <a:ext uri="{FF2B5EF4-FFF2-40B4-BE49-F238E27FC236}">
                <a16:creationId xmlns:a16="http://schemas.microsoft.com/office/drawing/2014/main" id="{A6FEE01F-7F8B-4A03-B1C3-85594917E2CE}"/>
              </a:ext>
            </a:extLst>
          </p:cNvPr>
          <p:cNvSpPr>
            <a:spLocks noGrp="1"/>
          </p:cNvSpPr>
          <p:nvPr>
            <p:ph type="sldNum" sz="quarter" idx="12"/>
          </p:nvPr>
        </p:nvSpPr>
        <p:spPr/>
        <p:txBody>
          <a:bodyPr/>
          <a:lstStyle>
            <a:lvl1pPr>
              <a:defRPr/>
            </a:lvl1pPr>
          </a:lstStyle>
          <a:p>
            <a:pPr>
              <a:defRPr/>
            </a:pPr>
            <a:fld id="{5C1D7E36-E1FD-4281-BC2F-4002D056824C}" type="slidenum">
              <a:rPr lang="en-MY" altLang="en-US"/>
              <a:pPr>
                <a:defRPr/>
              </a:pPr>
              <a:t>‹#›</a:t>
            </a:fld>
            <a:endParaRPr lang="en-MY" altLang="en-US"/>
          </a:p>
        </p:txBody>
      </p:sp>
    </p:spTree>
    <p:extLst>
      <p:ext uri="{BB962C8B-B14F-4D97-AF65-F5344CB8AC3E}">
        <p14:creationId xmlns:p14="http://schemas.microsoft.com/office/powerpoint/2010/main" val="88003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7EB2CC-5B5F-4353-8B0B-13B65AB0DD66}"/>
              </a:ext>
            </a:extLst>
          </p:cNvPr>
          <p:cNvSpPr>
            <a:spLocks noGrp="1"/>
          </p:cNvSpPr>
          <p:nvPr>
            <p:ph type="dt" sz="half" idx="10"/>
          </p:nvPr>
        </p:nvSpPr>
        <p:spPr/>
        <p:txBody>
          <a:bodyPr/>
          <a:lstStyle>
            <a:lvl1pPr>
              <a:defRPr/>
            </a:lvl1pPr>
          </a:lstStyle>
          <a:p>
            <a:pPr>
              <a:defRPr/>
            </a:pPr>
            <a:fld id="{C640B85A-F32E-4872-9F20-BFDC0A71FCE1}" type="datetimeFigureOut">
              <a:rPr lang="en-MY"/>
              <a:pPr>
                <a:defRPr/>
              </a:pPr>
              <a:t>11/3/2024</a:t>
            </a:fld>
            <a:endParaRPr lang="en-MY"/>
          </a:p>
        </p:txBody>
      </p:sp>
      <p:sp>
        <p:nvSpPr>
          <p:cNvPr id="3" name="Footer Placeholder 2">
            <a:extLst>
              <a:ext uri="{FF2B5EF4-FFF2-40B4-BE49-F238E27FC236}">
                <a16:creationId xmlns:a16="http://schemas.microsoft.com/office/drawing/2014/main" id="{D8EF8594-5427-4366-8652-A951C75F12AE}"/>
              </a:ext>
            </a:extLst>
          </p:cNvPr>
          <p:cNvSpPr>
            <a:spLocks noGrp="1"/>
          </p:cNvSpPr>
          <p:nvPr>
            <p:ph type="ftr" sz="quarter" idx="11"/>
          </p:nvPr>
        </p:nvSpPr>
        <p:spPr/>
        <p:txBody>
          <a:bodyPr/>
          <a:lstStyle>
            <a:lvl1pPr>
              <a:defRPr/>
            </a:lvl1pPr>
          </a:lstStyle>
          <a:p>
            <a:pPr>
              <a:defRPr/>
            </a:pPr>
            <a:endParaRPr lang="en-MY"/>
          </a:p>
        </p:txBody>
      </p:sp>
      <p:sp>
        <p:nvSpPr>
          <p:cNvPr id="4" name="Slide Number Placeholder 3">
            <a:extLst>
              <a:ext uri="{FF2B5EF4-FFF2-40B4-BE49-F238E27FC236}">
                <a16:creationId xmlns:a16="http://schemas.microsoft.com/office/drawing/2014/main" id="{A1FF39AB-3C55-4644-8E4A-0117E1443A2C}"/>
              </a:ext>
            </a:extLst>
          </p:cNvPr>
          <p:cNvSpPr>
            <a:spLocks noGrp="1"/>
          </p:cNvSpPr>
          <p:nvPr>
            <p:ph type="sldNum" sz="quarter" idx="12"/>
          </p:nvPr>
        </p:nvSpPr>
        <p:spPr/>
        <p:txBody>
          <a:bodyPr/>
          <a:lstStyle>
            <a:lvl1pPr>
              <a:defRPr/>
            </a:lvl1pPr>
          </a:lstStyle>
          <a:p>
            <a:pPr>
              <a:defRPr/>
            </a:pPr>
            <a:fld id="{E47CBB60-8AC4-4D53-B4CA-EC29AFE5D2B5}" type="slidenum">
              <a:rPr lang="en-MY" altLang="en-US"/>
              <a:pPr>
                <a:defRPr/>
              </a:pPr>
              <a:t>‹#›</a:t>
            </a:fld>
            <a:endParaRPr lang="en-MY" altLang="en-US"/>
          </a:p>
        </p:txBody>
      </p:sp>
    </p:spTree>
    <p:extLst>
      <p:ext uri="{BB962C8B-B14F-4D97-AF65-F5344CB8AC3E}">
        <p14:creationId xmlns:p14="http://schemas.microsoft.com/office/powerpoint/2010/main" val="41398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34B2B32-FB9E-4C3E-8467-4DDCABE31921}"/>
              </a:ext>
            </a:extLst>
          </p:cNvPr>
          <p:cNvSpPr>
            <a:spLocks noGrp="1"/>
          </p:cNvSpPr>
          <p:nvPr>
            <p:ph type="dt" sz="half" idx="10"/>
          </p:nvPr>
        </p:nvSpPr>
        <p:spPr/>
        <p:txBody>
          <a:bodyPr/>
          <a:lstStyle>
            <a:lvl1pPr>
              <a:defRPr/>
            </a:lvl1pPr>
          </a:lstStyle>
          <a:p>
            <a:pPr>
              <a:defRPr/>
            </a:pPr>
            <a:fld id="{C0518ED8-D066-480C-A1CA-08ED1289110B}" type="datetimeFigureOut">
              <a:rPr lang="en-MY"/>
              <a:pPr>
                <a:defRPr/>
              </a:pPr>
              <a:t>11/3/2024</a:t>
            </a:fld>
            <a:endParaRPr lang="en-MY"/>
          </a:p>
        </p:txBody>
      </p:sp>
      <p:sp>
        <p:nvSpPr>
          <p:cNvPr id="6" name="Footer Placeholder 4">
            <a:extLst>
              <a:ext uri="{FF2B5EF4-FFF2-40B4-BE49-F238E27FC236}">
                <a16:creationId xmlns:a16="http://schemas.microsoft.com/office/drawing/2014/main" id="{D734C203-32D8-4CF6-87CF-BFCC6A3F78C3}"/>
              </a:ext>
            </a:extLst>
          </p:cNvPr>
          <p:cNvSpPr>
            <a:spLocks noGrp="1"/>
          </p:cNvSpPr>
          <p:nvPr>
            <p:ph type="ftr" sz="quarter" idx="11"/>
          </p:nvPr>
        </p:nvSpPr>
        <p:spPr/>
        <p:txBody>
          <a:bodyPr/>
          <a:lstStyle>
            <a:lvl1pPr>
              <a:defRPr/>
            </a:lvl1pPr>
          </a:lstStyle>
          <a:p>
            <a:pPr>
              <a:defRPr/>
            </a:pPr>
            <a:endParaRPr lang="en-MY"/>
          </a:p>
        </p:txBody>
      </p:sp>
      <p:sp>
        <p:nvSpPr>
          <p:cNvPr id="7" name="Slide Number Placeholder 5">
            <a:extLst>
              <a:ext uri="{FF2B5EF4-FFF2-40B4-BE49-F238E27FC236}">
                <a16:creationId xmlns:a16="http://schemas.microsoft.com/office/drawing/2014/main" id="{5B27E52F-F54B-42A1-AB3D-D6606FE5550C}"/>
              </a:ext>
            </a:extLst>
          </p:cNvPr>
          <p:cNvSpPr>
            <a:spLocks noGrp="1"/>
          </p:cNvSpPr>
          <p:nvPr>
            <p:ph type="sldNum" sz="quarter" idx="12"/>
          </p:nvPr>
        </p:nvSpPr>
        <p:spPr/>
        <p:txBody>
          <a:bodyPr/>
          <a:lstStyle>
            <a:lvl1pPr>
              <a:defRPr/>
            </a:lvl1pPr>
          </a:lstStyle>
          <a:p>
            <a:pPr>
              <a:defRPr/>
            </a:pPr>
            <a:fld id="{A4ADABE2-5605-4527-ACBD-860980F654AF}" type="slidenum">
              <a:rPr lang="en-MY" altLang="en-US"/>
              <a:pPr>
                <a:defRPr/>
              </a:pPr>
              <a:t>‹#›</a:t>
            </a:fld>
            <a:endParaRPr lang="en-MY" altLang="en-US"/>
          </a:p>
        </p:txBody>
      </p:sp>
    </p:spTree>
    <p:extLst>
      <p:ext uri="{BB962C8B-B14F-4D97-AF65-F5344CB8AC3E}">
        <p14:creationId xmlns:p14="http://schemas.microsoft.com/office/powerpoint/2010/main" val="3276010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2D9D89F-DC74-422F-8D82-448185EC9B76}"/>
              </a:ext>
            </a:extLst>
          </p:cNvPr>
          <p:cNvCxnSpPr/>
          <p:nvPr/>
        </p:nvCxnSpPr>
        <p:spPr>
          <a:xfrm flipV="1">
            <a:off x="6289675" y="5264150"/>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42900" y="4960138"/>
            <a:ext cx="5829300" cy="1463040"/>
          </a:xfrm>
        </p:spPr>
        <p:txBody>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6" name="Date Placeholder 4">
            <a:extLst>
              <a:ext uri="{FF2B5EF4-FFF2-40B4-BE49-F238E27FC236}">
                <a16:creationId xmlns:a16="http://schemas.microsoft.com/office/drawing/2014/main" id="{B482A824-EDCA-4D33-908D-50AEBF7D528B}"/>
              </a:ext>
            </a:extLst>
          </p:cNvPr>
          <p:cNvSpPr>
            <a:spLocks noGrp="1"/>
          </p:cNvSpPr>
          <p:nvPr>
            <p:ph type="dt" sz="half" idx="10"/>
          </p:nvPr>
        </p:nvSpPr>
        <p:spPr/>
        <p:txBody>
          <a:bodyPr/>
          <a:lstStyle>
            <a:lvl1pPr>
              <a:defRPr/>
            </a:lvl1pPr>
          </a:lstStyle>
          <a:p>
            <a:pPr>
              <a:defRPr/>
            </a:pPr>
            <a:fld id="{A8FA784E-B815-408E-903C-8A3A8CAC9715}" type="datetimeFigureOut">
              <a:rPr lang="en-MY"/>
              <a:pPr>
                <a:defRPr/>
              </a:pPr>
              <a:t>11/3/2024</a:t>
            </a:fld>
            <a:endParaRPr lang="en-MY"/>
          </a:p>
        </p:txBody>
      </p:sp>
      <p:sp>
        <p:nvSpPr>
          <p:cNvPr id="7" name="Footer Placeholder 5">
            <a:extLst>
              <a:ext uri="{FF2B5EF4-FFF2-40B4-BE49-F238E27FC236}">
                <a16:creationId xmlns:a16="http://schemas.microsoft.com/office/drawing/2014/main" id="{86266CFF-0C74-4AD6-93E8-9B220EEFF7CA}"/>
              </a:ext>
            </a:extLst>
          </p:cNvPr>
          <p:cNvSpPr>
            <a:spLocks noGrp="1"/>
          </p:cNvSpPr>
          <p:nvPr>
            <p:ph type="ftr" sz="quarter" idx="11"/>
          </p:nvPr>
        </p:nvSpPr>
        <p:spPr/>
        <p:txBody>
          <a:bodyPr/>
          <a:lstStyle>
            <a:lvl1pPr>
              <a:defRPr dirty="0"/>
            </a:lvl1pPr>
          </a:lstStyle>
          <a:p>
            <a:pPr>
              <a:defRPr/>
            </a:pPr>
            <a:endParaRPr lang="en-US"/>
          </a:p>
        </p:txBody>
      </p:sp>
      <p:sp>
        <p:nvSpPr>
          <p:cNvPr id="8" name="Slide Number Placeholder 6">
            <a:extLst>
              <a:ext uri="{FF2B5EF4-FFF2-40B4-BE49-F238E27FC236}">
                <a16:creationId xmlns:a16="http://schemas.microsoft.com/office/drawing/2014/main" id="{82B6316B-EB3A-4174-93D6-D0BCA3FC4830}"/>
              </a:ext>
            </a:extLst>
          </p:cNvPr>
          <p:cNvSpPr>
            <a:spLocks noGrp="1"/>
          </p:cNvSpPr>
          <p:nvPr>
            <p:ph type="sldNum" sz="quarter" idx="12"/>
          </p:nvPr>
        </p:nvSpPr>
        <p:spPr/>
        <p:txBody>
          <a:bodyPr/>
          <a:lstStyle>
            <a:lvl1pPr>
              <a:defRPr/>
            </a:lvl1pPr>
          </a:lstStyle>
          <a:p>
            <a:pPr>
              <a:defRPr/>
            </a:pPr>
            <a:fld id="{FA8FEDD3-77D0-46F3-B77C-ADFC87389ADD}" type="slidenum">
              <a:rPr lang="en-MY" altLang="en-US"/>
              <a:pPr>
                <a:defRPr/>
              </a:pPr>
              <a:t>‹#›</a:t>
            </a:fld>
            <a:endParaRPr lang="en-MY" altLang="en-US"/>
          </a:p>
        </p:txBody>
      </p:sp>
    </p:spTree>
    <p:extLst>
      <p:ext uri="{BB962C8B-B14F-4D97-AF65-F5344CB8AC3E}">
        <p14:creationId xmlns:p14="http://schemas.microsoft.com/office/powerpoint/2010/main" val="2665436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E50C110-6F10-4084-A31D-409114D198BD}"/>
              </a:ext>
            </a:extLst>
          </p:cNvPr>
          <p:cNvSpPr>
            <a:spLocks noGrp="1"/>
          </p:cNvSpPr>
          <p:nvPr>
            <p:ph type="dt" sz="half" idx="10"/>
          </p:nvPr>
        </p:nvSpPr>
        <p:spPr/>
        <p:txBody>
          <a:bodyPr/>
          <a:lstStyle>
            <a:lvl1pPr>
              <a:defRPr/>
            </a:lvl1pPr>
          </a:lstStyle>
          <a:p>
            <a:pPr>
              <a:defRPr/>
            </a:pPr>
            <a:fld id="{F40DBB84-DDBF-4B4D-8D8A-C8F13AA117EB}" type="datetimeFigureOut">
              <a:rPr lang="en-MY"/>
              <a:pPr>
                <a:defRPr/>
              </a:pPr>
              <a:t>11/3/2024</a:t>
            </a:fld>
            <a:endParaRPr lang="en-MY"/>
          </a:p>
        </p:txBody>
      </p:sp>
      <p:sp>
        <p:nvSpPr>
          <p:cNvPr id="5" name="Footer Placeholder 4">
            <a:extLst>
              <a:ext uri="{FF2B5EF4-FFF2-40B4-BE49-F238E27FC236}">
                <a16:creationId xmlns:a16="http://schemas.microsoft.com/office/drawing/2014/main" id="{D5A1366C-D4A3-47FF-B600-8D66A54555D9}"/>
              </a:ext>
            </a:extLst>
          </p:cNvPr>
          <p:cNvSpPr>
            <a:spLocks noGrp="1"/>
          </p:cNvSpPr>
          <p:nvPr>
            <p:ph type="ftr" sz="quarter" idx="11"/>
          </p:nvPr>
        </p:nvSpPr>
        <p:spPr/>
        <p:txBody>
          <a:bodyPr/>
          <a:lstStyle>
            <a:lvl1pPr>
              <a:defRPr/>
            </a:lvl1pPr>
          </a:lstStyle>
          <a:p>
            <a:pPr>
              <a:defRPr/>
            </a:pPr>
            <a:endParaRPr lang="en-MY"/>
          </a:p>
        </p:txBody>
      </p:sp>
      <p:sp>
        <p:nvSpPr>
          <p:cNvPr id="6" name="Slide Number Placeholder 5">
            <a:extLst>
              <a:ext uri="{FF2B5EF4-FFF2-40B4-BE49-F238E27FC236}">
                <a16:creationId xmlns:a16="http://schemas.microsoft.com/office/drawing/2014/main" id="{1198586D-ECF2-42F5-A5DC-9C641D231FF0}"/>
              </a:ext>
            </a:extLst>
          </p:cNvPr>
          <p:cNvSpPr>
            <a:spLocks noGrp="1"/>
          </p:cNvSpPr>
          <p:nvPr>
            <p:ph type="sldNum" sz="quarter" idx="12"/>
          </p:nvPr>
        </p:nvSpPr>
        <p:spPr/>
        <p:txBody>
          <a:bodyPr/>
          <a:lstStyle>
            <a:lvl1pPr>
              <a:defRPr/>
            </a:lvl1pPr>
          </a:lstStyle>
          <a:p>
            <a:pPr>
              <a:defRPr/>
            </a:pPr>
            <a:fld id="{1319771B-08F8-4003-8A21-5FA3D7DD8B3B}" type="slidenum">
              <a:rPr lang="en-MY" altLang="en-US"/>
              <a:pPr>
                <a:defRPr/>
              </a:pPr>
              <a:t>‹#›</a:t>
            </a:fld>
            <a:endParaRPr lang="en-MY" altLang="en-US"/>
          </a:p>
        </p:txBody>
      </p:sp>
    </p:spTree>
    <p:extLst>
      <p:ext uri="{BB962C8B-B14F-4D97-AF65-F5344CB8AC3E}">
        <p14:creationId xmlns:p14="http://schemas.microsoft.com/office/powerpoint/2010/main" val="140767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6549586-89E0-4E89-AA38-1BC3AB49268E}"/>
              </a:ext>
            </a:extLst>
          </p:cNvPr>
          <p:cNvCxnSpPr/>
          <p:nvPr/>
        </p:nvCxnSpPr>
        <p:spPr>
          <a:xfrm rot="5400000" flipV="1">
            <a:off x="7543800" y="173038"/>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EA598FA-C5A7-442B-BD9F-B6C99421794A}"/>
              </a:ext>
            </a:extLst>
          </p:cNvPr>
          <p:cNvSpPr>
            <a:spLocks noGrp="1"/>
          </p:cNvSpPr>
          <p:nvPr>
            <p:ph type="dt" sz="half" idx="10"/>
          </p:nvPr>
        </p:nvSpPr>
        <p:spPr/>
        <p:txBody>
          <a:bodyPr/>
          <a:lstStyle>
            <a:lvl1pPr>
              <a:defRPr/>
            </a:lvl1pPr>
          </a:lstStyle>
          <a:p>
            <a:pPr>
              <a:defRPr/>
            </a:pPr>
            <a:fld id="{98D24DCA-0E8D-47DB-8BD7-C8C244B35712}" type="datetimeFigureOut">
              <a:rPr lang="en-MY"/>
              <a:pPr>
                <a:defRPr/>
              </a:pPr>
              <a:t>11/3/2024</a:t>
            </a:fld>
            <a:endParaRPr lang="en-MY"/>
          </a:p>
        </p:txBody>
      </p:sp>
      <p:sp>
        <p:nvSpPr>
          <p:cNvPr id="6" name="Footer Placeholder 4">
            <a:extLst>
              <a:ext uri="{FF2B5EF4-FFF2-40B4-BE49-F238E27FC236}">
                <a16:creationId xmlns:a16="http://schemas.microsoft.com/office/drawing/2014/main" id="{E5D6AF12-F58B-4511-A4AA-652EBEB2E4ED}"/>
              </a:ext>
            </a:extLst>
          </p:cNvPr>
          <p:cNvSpPr>
            <a:spLocks noGrp="1"/>
          </p:cNvSpPr>
          <p:nvPr>
            <p:ph type="ftr" sz="quarter" idx="11"/>
          </p:nvPr>
        </p:nvSpPr>
        <p:spPr/>
        <p:txBody>
          <a:bodyPr/>
          <a:lstStyle>
            <a:lvl1pPr>
              <a:defRPr/>
            </a:lvl1pPr>
          </a:lstStyle>
          <a:p>
            <a:pPr>
              <a:defRPr/>
            </a:pPr>
            <a:endParaRPr lang="en-MY"/>
          </a:p>
        </p:txBody>
      </p:sp>
      <p:sp>
        <p:nvSpPr>
          <p:cNvPr id="7" name="Slide Number Placeholder 5">
            <a:extLst>
              <a:ext uri="{FF2B5EF4-FFF2-40B4-BE49-F238E27FC236}">
                <a16:creationId xmlns:a16="http://schemas.microsoft.com/office/drawing/2014/main" id="{F8192529-8D67-48CC-8B17-88FB341673D9}"/>
              </a:ext>
            </a:extLst>
          </p:cNvPr>
          <p:cNvSpPr>
            <a:spLocks noGrp="1"/>
          </p:cNvSpPr>
          <p:nvPr>
            <p:ph type="sldNum" sz="quarter" idx="12"/>
          </p:nvPr>
        </p:nvSpPr>
        <p:spPr/>
        <p:txBody>
          <a:bodyPr/>
          <a:lstStyle>
            <a:lvl1pPr>
              <a:defRPr/>
            </a:lvl1pPr>
          </a:lstStyle>
          <a:p>
            <a:pPr>
              <a:defRPr/>
            </a:pPr>
            <a:fld id="{75AF41D5-F909-48F2-8CDB-B55922A171CE}" type="slidenum">
              <a:rPr lang="en-MY" altLang="en-US"/>
              <a:pPr>
                <a:defRPr/>
              </a:pPr>
              <a:t>‹#›</a:t>
            </a:fld>
            <a:endParaRPr lang="en-MY" altLang="en-US"/>
          </a:p>
        </p:txBody>
      </p:sp>
    </p:spTree>
    <p:extLst>
      <p:ext uri="{BB962C8B-B14F-4D97-AF65-F5344CB8AC3E}">
        <p14:creationId xmlns:p14="http://schemas.microsoft.com/office/powerpoint/2010/main" val="2349638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CE213B-8688-4BE5-BD5E-08FD2D507CCC}"/>
              </a:ext>
            </a:extLst>
          </p:cNvPr>
          <p:cNvSpPr>
            <a:spLocks noGrp="1"/>
          </p:cNvSpPr>
          <p:nvPr>
            <p:ph type="title"/>
          </p:nvPr>
        </p:nvSpPr>
        <p:spPr>
          <a:xfrm>
            <a:off x="768350" y="585788"/>
            <a:ext cx="7289800" cy="1498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DE614649-B41C-47FB-9F5B-B1E630AE7E5D}"/>
              </a:ext>
            </a:extLst>
          </p:cNvPr>
          <p:cNvSpPr>
            <a:spLocks noGrp="1" noChangeArrowheads="1"/>
          </p:cNvSpPr>
          <p:nvPr>
            <p:ph type="body" idx="1"/>
          </p:nvPr>
        </p:nvSpPr>
        <p:spPr bwMode="auto">
          <a:xfrm>
            <a:off x="768350" y="2286000"/>
            <a:ext cx="7289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8B3493B4-9E62-4D0A-B411-FB05E527D874}"/>
              </a:ext>
            </a:extLst>
          </p:cNvPr>
          <p:cNvSpPr>
            <a:spLocks noGrp="1"/>
          </p:cNvSpPr>
          <p:nvPr>
            <p:ph type="dt" sz="half" idx="2"/>
          </p:nvPr>
        </p:nvSpPr>
        <p:spPr>
          <a:xfrm>
            <a:off x="768350" y="6470650"/>
            <a:ext cx="1616075" cy="274638"/>
          </a:xfrm>
          <a:prstGeom prst="rect">
            <a:avLst/>
          </a:prstGeom>
        </p:spPr>
        <p:txBody>
          <a:bodyPr vert="horz" lIns="91440" tIns="45720" rIns="91440" bIns="45720" rtlCol="0" anchor="ctr"/>
          <a:lstStyle>
            <a:lvl1pPr algn="l" eaLnBrk="1" fontAlgn="auto" hangingPunct="1">
              <a:spcBef>
                <a:spcPts val="0"/>
              </a:spcBef>
              <a:spcAft>
                <a:spcPts val="0"/>
              </a:spcAft>
              <a:defRPr sz="1000" smtClean="0">
                <a:solidFill>
                  <a:schemeClr val="tx1">
                    <a:lumMod val="95000"/>
                    <a:lumOff val="5000"/>
                  </a:schemeClr>
                </a:solidFill>
                <a:latin typeface="+mj-lt"/>
              </a:defRPr>
            </a:lvl1pPr>
          </a:lstStyle>
          <a:p>
            <a:pPr>
              <a:defRPr/>
            </a:pPr>
            <a:fld id="{68C77EA9-2493-4751-AD8E-835093F9ECBC}" type="datetimeFigureOut">
              <a:rPr lang="en-MY"/>
              <a:pPr>
                <a:defRPr/>
              </a:pPr>
              <a:t>11/3/2024</a:t>
            </a:fld>
            <a:endParaRPr lang="en-MY"/>
          </a:p>
        </p:txBody>
      </p:sp>
      <p:sp>
        <p:nvSpPr>
          <p:cNvPr id="5" name="Footer Placeholder 4">
            <a:extLst>
              <a:ext uri="{FF2B5EF4-FFF2-40B4-BE49-F238E27FC236}">
                <a16:creationId xmlns:a16="http://schemas.microsoft.com/office/drawing/2014/main" id="{6EEE4D7B-60D1-4C82-BD66-F907E98ECD30}"/>
              </a:ext>
            </a:extLst>
          </p:cNvPr>
          <p:cNvSpPr>
            <a:spLocks noGrp="1"/>
          </p:cNvSpPr>
          <p:nvPr>
            <p:ph type="ftr" sz="quarter" idx="3"/>
          </p:nvPr>
        </p:nvSpPr>
        <p:spPr>
          <a:xfrm>
            <a:off x="3632200" y="6470650"/>
            <a:ext cx="4425950" cy="274638"/>
          </a:xfrm>
          <a:prstGeom prst="rect">
            <a:avLst/>
          </a:prstGeom>
        </p:spPr>
        <p:txBody>
          <a:bodyPr vert="horz" lIns="91440" tIns="45720" rIns="91440" bIns="45720" rtlCol="0" anchor="ctr"/>
          <a:lstStyle>
            <a:lvl1pPr algn="r" eaLnBrk="1" fontAlgn="auto" hangingPunct="1">
              <a:spcBef>
                <a:spcPts val="0"/>
              </a:spcBef>
              <a:spcAft>
                <a:spcPts val="0"/>
              </a:spcAft>
              <a:defRPr sz="1000" cap="all" baseline="0">
                <a:solidFill>
                  <a:schemeClr val="tx1">
                    <a:lumMod val="95000"/>
                    <a:lumOff val="5000"/>
                  </a:schemeClr>
                </a:solidFill>
                <a:latin typeface="+mj-lt"/>
              </a:defRPr>
            </a:lvl1pPr>
          </a:lstStyle>
          <a:p>
            <a:pPr>
              <a:defRPr/>
            </a:pPr>
            <a:endParaRPr lang="en-MY"/>
          </a:p>
        </p:txBody>
      </p:sp>
      <p:sp>
        <p:nvSpPr>
          <p:cNvPr id="6" name="Slide Number Placeholder 5">
            <a:extLst>
              <a:ext uri="{FF2B5EF4-FFF2-40B4-BE49-F238E27FC236}">
                <a16:creationId xmlns:a16="http://schemas.microsoft.com/office/drawing/2014/main" id="{E0C46D4D-72B3-47C6-8989-DD8B5BD3FEC0}"/>
              </a:ext>
            </a:extLst>
          </p:cNvPr>
          <p:cNvSpPr>
            <a:spLocks noGrp="1"/>
          </p:cNvSpPr>
          <p:nvPr>
            <p:ph type="sldNum" sz="quarter" idx="4"/>
          </p:nvPr>
        </p:nvSpPr>
        <p:spPr>
          <a:xfrm>
            <a:off x="8128000" y="6470650"/>
            <a:ext cx="730250" cy="274638"/>
          </a:xfrm>
          <a:prstGeom prst="rect">
            <a:avLst/>
          </a:prstGeom>
        </p:spPr>
        <p:txBody>
          <a:bodyPr vert="horz" lIns="91440" tIns="45720" rIns="91440" bIns="45720" rtlCol="0" anchor="ctr"/>
          <a:lstStyle>
            <a:lvl1pPr algn="l" eaLnBrk="1" fontAlgn="auto" hangingPunct="1">
              <a:spcBef>
                <a:spcPts val="0"/>
              </a:spcBef>
              <a:spcAft>
                <a:spcPts val="0"/>
              </a:spcAft>
              <a:defRPr sz="1000" smtClean="0">
                <a:solidFill>
                  <a:schemeClr val="tx1">
                    <a:lumMod val="95000"/>
                    <a:lumOff val="5000"/>
                  </a:schemeClr>
                </a:solidFill>
                <a:latin typeface="+mj-lt"/>
              </a:defRPr>
            </a:lvl1pPr>
          </a:lstStyle>
          <a:p>
            <a:pPr>
              <a:defRPr/>
            </a:pPr>
            <a:fld id="{D4B91AD6-3015-4F4F-98F6-AFA2D6EA5405}" type="slidenum">
              <a:rPr lang="en-MY" altLang="en-US"/>
              <a:pPr>
                <a:defRPr/>
              </a:pPr>
              <a:t>‹#›</a:t>
            </a:fld>
            <a:endParaRPr lang="en-MY" altLang="en-US"/>
          </a:p>
        </p:txBody>
      </p:sp>
      <p:cxnSp>
        <p:nvCxnSpPr>
          <p:cNvPr id="7" name="Straight Connector 6">
            <a:extLst>
              <a:ext uri="{FF2B5EF4-FFF2-40B4-BE49-F238E27FC236}">
                <a16:creationId xmlns:a16="http://schemas.microsoft.com/office/drawing/2014/main" id="{44CC86D8-164D-4FFE-9F45-02B437A3ADE5}"/>
              </a:ext>
            </a:extLst>
          </p:cNvPr>
          <p:cNvCxnSpPr/>
          <p:nvPr/>
        </p:nvCxnSpPr>
        <p:spPr>
          <a:xfrm flipV="1">
            <a:off x="571500" y="827088"/>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71" r:id="rId1"/>
    <p:sldLayoutId id="2147483965" r:id="rId2"/>
    <p:sldLayoutId id="2147483972" r:id="rId3"/>
    <p:sldLayoutId id="2147483966" r:id="rId4"/>
    <p:sldLayoutId id="2147483967" r:id="rId5"/>
    <p:sldLayoutId id="2147483968" r:id="rId6"/>
    <p:sldLayoutId id="2147483973" r:id="rId7"/>
    <p:sldLayoutId id="2147483969" r:id="rId8"/>
    <p:sldLayoutId id="2147483974" r:id="rId9"/>
    <p:sldLayoutId id="2147483970" r:id="rId10"/>
    <p:sldLayoutId id="2147483975" r:id="rId11"/>
  </p:sldLayoutIdLst>
  <p:txStyles>
    <p:titleStyle>
      <a:lvl1pPr algn="l" rtl="0" fontAlgn="base">
        <a:lnSpc>
          <a:spcPct val="80000"/>
        </a:lnSpc>
        <a:spcBef>
          <a:spcPct val="0"/>
        </a:spcBef>
        <a:spcAft>
          <a:spcPct val="0"/>
        </a:spcAft>
        <a:defRPr sz="4400" kern="1200" cap="all" spc="100">
          <a:solidFill>
            <a:srgbClr val="0D0D0D"/>
          </a:solidFill>
          <a:latin typeface="+mj-lt"/>
          <a:ea typeface="+mj-ea"/>
          <a:cs typeface="+mj-cs"/>
        </a:defRPr>
      </a:lvl1pPr>
      <a:lvl2pPr algn="l" rtl="0" fontAlgn="base">
        <a:lnSpc>
          <a:spcPct val="80000"/>
        </a:lnSpc>
        <a:spcBef>
          <a:spcPct val="0"/>
        </a:spcBef>
        <a:spcAft>
          <a:spcPct val="0"/>
        </a:spcAft>
        <a:defRPr sz="4400">
          <a:solidFill>
            <a:srgbClr val="0D0D0D"/>
          </a:solidFill>
          <a:latin typeface="Tw Cen MT Condensed" panose="020B0606020104020203" pitchFamily="34" charset="0"/>
        </a:defRPr>
      </a:lvl2pPr>
      <a:lvl3pPr algn="l" rtl="0" fontAlgn="base">
        <a:lnSpc>
          <a:spcPct val="80000"/>
        </a:lnSpc>
        <a:spcBef>
          <a:spcPct val="0"/>
        </a:spcBef>
        <a:spcAft>
          <a:spcPct val="0"/>
        </a:spcAft>
        <a:defRPr sz="4400">
          <a:solidFill>
            <a:srgbClr val="0D0D0D"/>
          </a:solidFill>
          <a:latin typeface="Tw Cen MT Condensed" panose="020B0606020104020203" pitchFamily="34" charset="0"/>
        </a:defRPr>
      </a:lvl3pPr>
      <a:lvl4pPr algn="l" rtl="0" fontAlgn="base">
        <a:lnSpc>
          <a:spcPct val="80000"/>
        </a:lnSpc>
        <a:spcBef>
          <a:spcPct val="0"/>
        </a:spcBef>
        <a:spcAft>
          <a:spcPct val="0"/>
        </a:spcAft>
        <a:defRPr sz="4400">
          <a:solidFill>
            <a:srgbClr val="0D0D0D"/>
          </a:solidFill>
          <a:latin typeface="Tw Cen MT Condensed" panose="020B0606020104020203" pitchFamily="34" charset="0"/>
        </a:defRPr>
      </a:lvl4pPr>
      <a:lvl5pPr algn="l" rtl="0" fontAlgn="base">
        <a:lnSpc>
          <a:spcPct val="80000"/>
        </a:lnSpc>
        <a:spcBef>
          <a:spcPct val="0"/>
        </a:spcBef>
        <a:spcAft>
          <a:spcPct val="0"/>
        </a:spcAft>
        <a:defRPr sz="4400">
          <a:solidFill>
            <a:srgbClr val="0D0D0D"/>
          </a:solidFill>
          <a:latin typeface="Tw Cen MT Condensed" panose="020B0606020104020203" pitchFamily="34" charset="0"/>
        </a:defRPr>
      </a:lvl5pPr>
      <a:lvl6pPr marL="457200" algn="l" rtl="0" fontAlgn="base">
        <a:lnSpc>
          <a:spcPct val="80000"/>
        </a:lnSpc>
        <a:spcBef>
          <a:spcPct val="0"/>
        </a:spcBef>
        <a:spcAft>
          <a:spcPct val="0"/>
        </a:spcAft>
        <a:defRPr sz="4400">
          <a:solidFill>
            <a:srgbClr val="0D0D0D"/>
          </a:solidFill>
          <a:latin typeface="Tw Cen MT Condensed" panose="020B0606020104020203" pitchFamily="34" charset="0"/>
        </a:defRPr>
      </a:lvl6pPr>
      <a:lvl7pPr marL="914400" algn="l" rtl="0" fontAlgn="base">
        <a:lnSpc>
          <a:spcPct val="80000"/>
        </a:lnSpc>
        <a:spcBef>
          <a:spcPct val="0"/>
        </a:spcBef>
        <a:spcAft>
          <a:spcPct val="0"/>
        </a:spcAft>
        <a:defRPr sz="4400">
          <a:solidFill>
            <a:srgbClr val="0D0D0D"/>
          </a:solidFill>
          <a:latin typeface="Tw Cen MT Condensed" panose="020B0606020104020203" pitchFamily="34" charset="0"/>
        </a:defRPr>
      </a:lvl7pPr>
      <a:lvl8pPr marL="1371600" algn="l" rtl="0" fontAlgn="base">
        <a:lnSpc>
          <a:spcPct val="80000"/>
        </a:lnSpc>
        <a:spcBef>
          <a:spcPct val="0"/>
        </a:spcBef>
        <a:spcAft>
          <a:spcPct val="0"/>
        </a:spcAft>
        <a:defRPr sz="4400">
          <a:solidFill>
            <a:srgbClr val="0D0D0D"/>
          </a:solidFill>
          <a:latin typeface="Tw Cen MT Condensed" panose="020B0606020104020203" pitchFamily="34" charset="0"/>
        </a:defRPr>
      </a:lvl8pPr>
      <a:lvl9pPr marL="1828800" algn="l" rtl="0" fontAlgn="base">
        <a:lnSpc>
          <a:spcPct val="80000"/>
        </a:lnSpc>
        <a:spcBef>
          <a:spcPct val="0"/>
        </a:spcBef>
        <a:spcAft>
          <a:spcPct val="0"/>
        </a:spcAft>
        <a:defRPr sz="4400">
          <a:solidFill>
            <a:srgbClr val="0D0D0D"/>
          </a:solidFill>
          <a:latin typeface="Tw Cen MT Condensed" panose="020B0606020104020203" pitchFamily="34" charset="0"/>
        </a:defRPr>
      </a:lvl9pPr>
    </p:titleStyle>
    <p:bodyStyle>
      <a:lvl1pPr marL="90488" indent="-90488" algn="l" rtl="0" fontAlgn="base">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13" indent="-136525" algn="l" rtl="0" fontAlgn="base">
        <a:lnSpc>
          <a:spcPct val="90000"/>
        </a:lnSpc>
        <a:spcBef>
          <a:spcPts val="200"/>
        </a:spcBef>
        <a:spcAft>
          <a:spcPts val="400"/>
        </a:spcAft>
        <a:buClr>
          <a:schemeClr val="accent1"/>
        </a:buClr>
        <a:buFont typeface="Wingdings 3" panose="05040102010807070707" pitchFamily="18" charset="2"/>
        <a:buChar char=""/>
        <a:defRPr sz="1600" kern="1200">
          <a:solidFill>
            <a:schemeClr val="tx1"/>
          </a:solidFill>
          <a:latin typeface="+mn-lt"/>
          <a:ea typeface="+mn-ea"/>
          <a:cs typeface="+mn-cs"/>
        </a:defRPr>
      </a:lvl2pPr>
      <a:lvl3pPr marL="447675" indent="-136525" algn="l" rtl="0" fontAlgn="base">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3pPr>
      <a:lvl4pPr marL="593725" indent="-136525" algn="l" rtl="0" fontAlgn="base">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4pPr>
      <a:lvl5pPr marL="776288" indent="-136525" algn="l" rtl="0" fontAlgn="base">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365umedumy-my.sharepoint.com/personal/tkchiew_365_um_edu_my/Documents/Teaching/WIF3003/2020/Notes/02%20Parallel%20Computer%20Architecture%20v1.1.pp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1" name="Rectangle 71">
            <a:extLst>
              <a:ext uri="{FF2B5EF4-FFF2-40B4-BE49-F238E27FC236}">
                <a16:creationId xmlns:a16="http://schemas.microsoft.com/office/drawing/2014/main" id="{A540FAC9-3505-49ED-9B06-A0F8C1485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544"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2" name="Rectangle 73">
            <a:extLst>
              <a:ext uri="{FF2B5EF4-FFF2-40B4-BE49-F238E27FC236}">
                <a16:creationId xmlns:a16="http://schemas.microsoft.com/office/drawing/2014/main" id="{9879B3CD-E329-42F5-B136-BA1F37EC05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9098" y="484632"/>
            <a:ext cx="5590153" cy="58809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endParaRPr>
          </a:p>
        </p:txBody>
      </p:sp>
      <p:sp>
        <p:nvSpPr>
          <p:cNvPr id="4098" name="Rectangle 2">
            <a:extLst>
              <a:ext uri="{FF2B5EF4-FFF2-40B4-BE49-F238E27FC236}">
                <a16:creationId xmlns:a16="http://schemas.microsoft.com/office/drawing/2014/main" id="{D6241F05-2698-4067-8524-9C6ADC916AE1}"/>
              </a:ext>
            </a:extLst>
          </p:cNvPr>
          <p:cNvSpPr>
            <a:spLocks noGrp="1" noChangeArrowheads="1"/>
          </p:cNvSpPr>
          <p:nvPr>
            <p:ph type="ctrTitle"/>
          </p:nvPr>
        </p:nvSpPr>
        <p:spPr>
          <a:xfrm>
            <a:off x="742572" y="977900"/>
            <a:ext cx="4904668" cy="3327734"/>
          </a:xfrm>
        </p:spPr>
        <p:txBody>
          <a:bodyPr anchor="b">
            <a:normAutofit/>
          </a:bodyPr>
          <a:lstStyle/>
          <a:p>
            <a:pPr fontAlgn="auto">
              <a:spcAft>
                <a:spcPts val="0"/>
              </a:spcAft>
              <a:defRPr/>
            </a:pPr>
            <a:r>
              <a:rPr lang="en-GB" altLang="en-US" sz="4700" b="1" dirty="0" err="1"/>
              <a:t>ParallelISM</a:t>
            </a:r>
            <a:r>
              <a:rPr lang="en-GB" altLang="en-US" sz="4700" b="1" dirty="0"/>
              <a:t> AND  CONCURRENCY IN Computer</a:t>
            </a:r>
          </a:p>
        </p:txBody>
      </p:sp>
      <p:sp>
        <p:nvSpPr>
          <p:cNvPr id="4099" name="Rectangle 3">
            <a:extLst>
              <a:ext uri="{FF2B5EF4-FFF2-40B4-BE49-F238E27FC236}">
                <a16:creationId xmlns:a16="http://schemas.microsoft.com/office/drawing/2014/main" id="{84BFD160-0EA4-4B04-9014-96EB1B7341AD}"/>
              </a:ext>
            </a:extLst>
          </p:cNvPr>
          <p:cNvSpPr>
            <a:spLocks noGrp="1" noChangeArrowheads="1"/>
          </p:cNvSpPr>
          <p:nvPr>
            <p:ph type="subTitle" idx="1"/>
          </p:nvPr>
        </p:nvSpPr>
        <p:spPr>
          <a:xfrm>
            <a:off x="742572" y="4621235"/>
            <a:ext cx="4904668" cy="1225028"/>
          </a:xfrm>
        </p:spPr>
        <p:txBody>
          <a:bodyPr rtlCol="0" anchor="t">
            <a:normAutofit/>
          </a:bodyPr>
          <a:lstStyle/>
          <a:p>
            <a:pPr algn="r" fontAlgn="auto">
              <a:defRPr/>
            </a:pPr>
            <a:endParaRPr lang="en-US" altLang="en-US" sz="1700"/>
          </a:p>
        </p:txBody>
      </p:sp>
      <p:cxnSp>
        <p:nvCxnSpPr>
          <p:cNvPr id="4103" name="Straight Connector 75">
            <a:extLst>
              <a:ext uri="{FF2B5EF4-FFF2-40B4-BE49-F238E27FC236}">
                <a16:creationId xmlns:a16="http://schemas.microsoft.com/office/drawing/2014/main" id="{51B042EF-3024-4C57-B282-1B30607FB7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19010" y="4476657"/>
            <a:ext cx="402823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104" name="Rectangle 77">
            <a:extLst>
              <a:ext uri="{FF2B5EF4-FFF2-40B4-BE49-F238E27FC236}">
                <a16:creationId xmlns:a16="http://schemas.microsoft.com/office/drawing/2014/main" id="{EA0B4097-B645-43E0-A2B5-B8D688E74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9902" y="484632"/>
            <a:ext cx="2688168" cy="58809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F9F4B0C-3EC4-453C-810D-E8A3274A3C37}"/>
              </a:ext>
            </a:extLst>
          </p:cNvPr>
          <p:cNvSpPr>
            <a:spLocks noGrp="1"/>
          </p:cNvSpPr>
          <p:nvPr>
            <p:ph type="title"/>
          </p:nvPr>
        </p:nvSpPr>
        <p:spPr>
          <a:xfrm>
            <a:off x="768096" y="585216"/>
            <a:ext cx="6013704" cy="1499616"/>
          </a:xfrm>
        </p:spPr>
        <p:txBody>
          <a:bodyPr>
            <a:normAutofit/>
          </a:bodyPr>
          <a:lstStyle/>
          <a:p>
            <a:pPr fontAlgn="auto">
              <a:spcAft>
                <a:spcPts val="0"/>
              </a:spcAft>
              <a:defRPr/>
            </a:pPr>
            <a:r>
              <a:rPr lang="en-US" altLang="en-US"/>
              <a:t>Introduction</a:t>
            </a:r>
          </a:p>
        </p:txBody>
      </p:sp>
      <p:sp>
        <p:nvSpPr>
          <p:cNvPr id="9219" name="Content Placeholder 2">
            <a:extLst>
              <a:ext uri="{FF2B5EF4-FFF2-40B4-BE49-F238E27FC236}">
                <a16:creationId xmlns:a16="http://schemas.microsoft.com/office/drawing/2014/main" id="{01348688-6582-484F-8F37-5233591E3083}"/>
              </a:ext>
            </a:extLst>
          </p:cNvPr>
          <p:cNvSpPr>
            <a:spLocks noGrp="1" noChangeArrowheads="1"/>
          </p:cNvSpPr>
          <p:nvPr>
            <p:ph idx="1"/>
          </p:nvPr>
        </p:nvSpPr>
        <p:spPr>
          <a:xfrm>
            <a:off x="768096" y="2286000"/>
            <a:ext cx="6013703" cy="4023360"/>
          </a:xfrm>
        </p:spPr>
        <p:txBody>
          <a:bodyPr>
            <a:normAutofit/>
          </a:bodyPr>
          <a:lstStyle/>
          <a:p>
            <a:pPr>
              <a:buFont typeface="Arial" panose="020B0604020202020204" pitchFamily="34" charset="0"/>
              <a:buChar char="•"/>
            </a:pPr>
            <a:r>
              <a:rPr lang="en-US" altLang="en-US"/>
              <a:t>The coding of a parallel program for a given algorithm is strongly influenced by the parallel computing system (hardware and software components) to be used. </a:t>
            </a:r>
          </a:p>
          <a:p>
            <a:pPr>
              <a:buFont typeface="Arial" panose="020B0604020202020204" pitchFamily="34" charset="0"/>
              <a:buChar char="•"/>
            </a:pPr>
            <a:r>
              <a:rPr lang="en-US" altLang="en-US"/>
              <a:t>The software aspects include the specific operating system, the programming language and the compiler, or the runtime libraries. </a:t>
            </a:r>
          </a:p>
        </p:txBody>
      </p:sp>
      <p:sp>
        <p:nvSpPr>
          <p:cNvPr id="136" name="Rectangle 135">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Rectangle 137">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3ABE1-C89D-449E-BE04-9FB2459B688A}"/>
              </a:ext>
            </a:extLst>
          </p:cNvPr>
          <p:cNvSpPr>
            <a:spLocks noGrp="1"/>
          </p:cNvSpPr>
          <p:nvPr>
            <p:ph type="title"/>
          </p:nvPr>
        </p:nvSpPr>
        <p:spPr>
          <a:xfrm>
            <a:off x="768096" y="585216"/>
            <a:ext cx="2350185" cy="1499616"/>
          </a:xfrm>
        </p:spPr>
        <p:txBody>
          <a:bodyPr>
            <a:normAutofit/>
          </a:bodyPr>
          <a:lstStyle/>
          <a:p>
            <a:pPr fontAlgn="auto">
              <a:spcAft>
                <a:spcPts val="0"/>
              </a:spcAft>
              <a:defRPr/>
            </a:pPr>
            <a:r>
              <a:rPr lang="en-US" sz="3500"/>
              <a:t>Elements of Modern Computers</a:t>
            </a:r>
          </a:p>
        </p:txBody>
      </p:sp>
      <p:sp>
        <p:nvSpPr>
          <p:cNvPr id="11271" name="Content Placeholder 11270">
            <a:extLst>
              <a:ext uri="{FF2B5EF4-FFF2-40B4-BE49-F238E27FC236}">
                <a16:creationId xmlns:a16="http://schemas.microsoft.com/office/drawing/2014/main" id="{1858F46F-DA11-76A0-04CB-5D6962B397AF}"/>
              </a:ext>
            </a:extLst>
          </p:cNvPr>
          <p:cNvSpPr>
            <a:spLocks noGrp="1"/>
          </p:cNvSpPr>
          <p:nvPr>
            <p:ph idx="1"/>
          </p:nvPr>
        </p:nvSpPr>
        <p:spPr>
          <a:xfrm>
            <a:off x="768096" y="2286000"/>
            <a:ext cx="2350185" cy="3931920"/>
          </a:xfrm>
        </p:spPr>
        <p:txBody>
          <a:bodyPr>
            <a:normAutofit/>
          </a:bodyPr>
          <a:lstStyle/>
          <a:p>
            <a:endParaRPr lang="en-US" sz="1400"/>
          </a:p>
        </p:txBody>
      </p:sp>
      <p:pic>
        <p:nvPicPr>
          <p:cNvPr id="11267" name="Picture 2" descr="Elements of a Modern Computer System">
            <a:extLst>
              <a:ext uri="{FF2B5EF4-FFF2-40B4-BE49-F238E27FC236}">
                <a16:creationId xmlns:a16="http://schemas.microsoft.com/office/drawing/2014/main" id="{7258CFCA-71C1-4E77-BFB2-DB7A1097AEA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a:xfrm>
            <a:off x="2627784" y="1700808"/>
            <a:ext cx="6119721" cy="393192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 name="Rectangle 136">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2" name="Title 1">
            <a:extLst>
              <a:ext uri="{FF2B5EF4-FFF2-40B4-BE49-F238E27FC236}">
                <a16:creationId xmlns:a16="http://schemas.microsoft.com/office/drawing/2014/main" id="{9F6DB092-574D-4B32-8FD0-DFF4734E4FB9}"/>
              </a:ext>
            </a:extLst>
          </p:cNvPr>
          <p:cNvSpPr>
            <a:spLocks noGrp="1"/>
          </p:cNvSpPr>
          <p:nvPr>
            <p:ph type="title"/>
          </p:nvPr>
        </p:nvSpPr>
        <p:spPr>
          <a:xfrm>
            <a:off x="482601" y="643467"/>
            <a:ext cx="2561709" cy="5571066"/>
          </a:xfrm>
        </p:spPr>
        <p:txBody>
          <a:bodyPr>
            <a:normAutofit/>
          </a:bodyPr>
          <a:lstStyle/>
          <a:p>
            <a:pPr fontAlgn="auto">
              <a:spcAft>
                <a:spcPts val="0"/>
              </a:spcAft>
              <a:defRPr/>
            </a:pPr>
            <a:r>
              <a:rPr lang="en-US" altLang="en-US">
                <a:solidFill>
                  <a:srgbClr val="FFFFFF"/>
                </a:solidFill>
              </a:rPr>
              <a:t>Models for Parallel Systems</a:t>
            </a:r>
          </a:p>
        </p:txBody>
      </p:sp>
      <p:graphicFrame>
        <p:nvGraphicFramePr>
          <p:cNvPr id="12293" name="Content Placeholder 2">
            <a:extLst>
              <a:ext uri="{FF2B5EF4-FFF2-40B4-BE49-F238E27FC236}">
                <a16:creationId xmlns:a16="http://schemas.microsoft.com/office/drawing/2014/main" id="{524943E9-A4CB-C28B-E34A-687D81FCA968}"/>
              </a:ext>
            </a:extLst>
          </p:cNvPr>
          <p:cNvGraphicFramePr>
            <a:graphicFrameLocks noGrp="1"/>
          </p:cNvGraphicFramePr>
          <p:nvPr>
            <p:ph idx="1"/>
            <p:extLst>
              <p:ext uri="{D42A27DB-BD31-4B8C-83A1-F6EECF244321}">
                <p14:modId xmlns:p14="http://schemas.microsoft.com/office/powerpoint/2010/main" val="398844330"/>
              </p:ext>
            </p:extLst>
          </p:nvPr>
        </p:nvGraphicFramePr>
        <p:xfrm>
          <a:off x="3779912" y="954088"/>
          <a:ext cx="4881487" cy="5427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90AAC386-A18D-4525-AD1B-4D227ED34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a:extLst>
              <a:ext uri="{FF2B5EF4-FFF2-40B4-BE49-F238E27FC236}">
                <a16:creationId xmlns:a16="http://schemas.microsoft.com/office/drawing/2014/main" id="{E4579268-2828-4E22-8F87-7DE8FE24898B}"/>
              </a:ext>
            </a:extLst>
          </p:cNvPr>
          <p:cNvSpPr>
            <a:spLocks noGrp="1"/>
          </p:cNvSpPr>
          <p:nvPr>
            <p:ph type="title"/>
          </p:nvPr>
        </p:nvSpPr>
        <p:spPr>
          <a:xfrm>
            <a:off x="6097404" y="643467"/>
            <a:ext cx="2604756" cy="5571066"/>
          </a:xfrm>
        </p:spPr>
        <p:txBody>
          <a:bodyPr>
            <a:normAutofit/>
          </a:bodyPr>
          <a:lstStyle/>
          <a:p>
            <a:pPr fontAlgn="auto">
              <a:spcAft>
                <a:spcPts val="0"/>
              </a:spcAft>
              <a:defRPr/>
            </a:pPr>
            <a:r>
              <a:rPr lang="en-US" altLang="en-US"/>
              <a:t>Machine Model</a:t>
            </a:r>
          </a:p>
        </p:txBody>
      </p:sp>
      <p:cxnSp>
        <p:nvCxnSpPr>
          <p:cNvPr id="139" name="Straight Connector 138">
            <a:extLst>
              <a:ext uri="{FF2B5EF4-FFF2-40B4-BE49-F238E27FC236}">
                <a16:creationId xmlns:a16="http://schemas.microsoft.com/office/drawing/2014/main" id="{C34C4AD0-FE94-4E84-ACA6-CC5BF1A118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90097" y="2514600"/>
            <a:ext cx="0" cy="1828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3319" name="Content Placeholder 2">
            <a:extLst>
              <a:ext uri="{FF2B5EF4-FFF2-40B4-BE49-F238E27FC236}">
                <a16:creationId xmlns:a16="http://schemas.microsoft.com/office/drawing/2014/main" id="{AF6B492F-30F7-36A1-C50E-0056DCBF6D66}"/>
              </a:ext>
            </a:extLst>
          </p:cNvPr>
          <p:cNvGraphicFramePr>
            <a:graphicFrameLocks noGrp="1"/>
          </p:cNvGraphicFramePr>
          <p:nvPr>
            <p:ph idx="1"/>
            <p:extLst>
              <p:ext uri="{D42A27DB-BD31-4B8C-83A1-F6EECF244321}">
                <p14:modId xmlns:p14="http://schemas.microsoft.com/office/powerpoint/2010/main" val="2589393093"/>
              </p:ext>
            </p:extLst>
          </p:nvPr>
        </p:nvGraphicFramePr>
        <p:xfrm>
          <a:off x="707231" y="933450"/>
          <a:ext cx="4947047" cy="4941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75176682-7508-4992-865B-4E131946CF12}"/>
              </a:ext>
            </a:extLst>
          </p:cNvPr>
          <p:cNvSpPr>
            <a:spLocks noGrp="1"/>
          </p:cNvSpPr>
          <p:nvPr>
            <p:ph type="title"/>
          </p:nvPr>
        </p:nvSpPr>
        <p:spPr/>
        <p:txBody>
          <a:bodyPr/>
          <a:lstStyle/>
          <a:p>
            <a:pPr fontAlgn="auto">
              <a:spcAft>
                <a:spcPts val="0"/>
              </a:spcAft>
              <a:defRPr/>
            </a:pPr>
            <a:r>
              <a:rPr lang="en-US" altLang="en-US">
                <a:solidFill>
                  <a:schemeClr val="tx1">
                    <a:lumMod val="95000"/>
                    <a:lumOff val="5000"/>
                  </a:schemeClr>
                </a:solidFill>
              </a:rPr>
              <a:t>Architectural Models</a:t>
            </a:r>
          </a:p>
        </p:txBody>
      </p:sp>
      <p:graphicFrame>
        <p:nvGraphicFramePr>
          <p:cNvPr id="14341" name="Content Placeholder 2">
            <a:extLst>
              <a:ext uri="{FF2B5EF4-FFF2-40B4-BE49-F238E27FC236}">
                <a16:creationId xmlns:a16="http://schemas.microsoft.com/office/drawing/2014/main" id="{F1565874-2433-8558-EFAD-27773BF195B6}"/>
              </a:ext>
            </a:extLst>
          </p:cNvPr>
          <p:cNvGraphicFramePr>
            <a:graphicFrameLocks noGrp="1"/>
          </p:cNvGraphicFramePr>
          <p:nvPr>
            <p:ph idx="1"/>
          </p:nvPr>
        </p:nvGraphicFramePr>
        <p:xfrm>
          <a:off x="768350" y="2286000"/>
          <a:ext cx="72898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 name="Rectangle 136">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a:extLst>
              <a:ext uri="{FF2B5EF4-FFF2-40B4-BE49-F238E27FC236}">
                <a16:creationId xmlns:a16="http://schemas.microsoft.com/office/drawing/2014/main" id="{F1B098E5-B279-42EF-B67C-D3206F25D4EB}"/>
              </a:ext>
            </a:extLst>
          </p:cNvPr>
          <p:cNvSpPr>
            <a:spLocks noGrp="1"/>
          </p:cNvSpPr>
          <p:nvPr>
            <p:ph type="title"/>
          </p:nvPr>
        </p:nvSpPr>
        <p:spPr>
          <a:xfrm>
            <a:off x="482601" y="643467"/>
            <a:ext cx="2561709" cy="5571066"/>
          </a:xfrm>
        </p:spPr>
        <p:txBody>
          <a:bodyPr>
            <a:normAutofit/>
          </a:bodyPr>
          <a:lstStyle/>
          <a:p>
            <a:pPr fontAlgn="auto">
              <a:spcAft>
                <a:spcPts val="0"/>
              </a:spcAft>
              <a:defRPr/>
            </a:pPr>
            <a:r>
              <a:rPr lang="en-US" altLang="en-US" sz="3400">
                <a:solidFill>
                  <a:srgbClr val="FFFFFF"/>
                </a:solidFill>
              </a:rPr>
              <a:t>Computational Model</a:t>
            </a:r>
          </a:p>
        </p:txBody>
      </p:sp>
      <p:graphicFrame>
        <p:nvGraphicFramePr>
          <p:cNvPr id="15365" name="Content Placeholder 2">
            <a:extLst>
              <a:ext uri="{FF2B5EF4-FFF2-40B4-BE49-F238E27FC236}">
                <a16:creationId xmlns:a16="http://schemas.microsoft.com/office/drawing/2014/main" id="{D2ADCF63-A648-F157-D5D2-D52168C503A8}"/>
              </a:ext>
            </a:extLst>
          </p:cNvPr>
          <p:cNvGraphicFramePr>
            <a:graphicFrameLocks noGrp="1"/>
          </p:cNvGraphicFramePr>
          <p:nvPr>
            <p:ph idx="1"/>
            <p:extLst>
              <p:ext uri="{D42A27DB-BD31-4B8C-83A1-F6EECF244321}">
                <p14:modId xmlns:p14="http://schemas.microsoft.com/office/powerpoint/2010/main" val="2191669579"/>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91" name="Rectangle 136">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a:extLst>
              <a:ext uri="{FF2B5EF4-FFF2-40B4-BE49-F238E27FC236}">
                <a16:creationId xmlns:a16="http://schemas.microsoft.com/office/drawing/2014/main" id="{EBA1A51B-CDF3-441F-925D-1D0883499D9A}"/>
              </a:ext>
            </a:extLst>
          </p:cNvPr>
          <p:cNvSpPr>
            <a:spLocks noGrp="1"/>
          </p:cNvSpPr>
          <p:nvPr>
            <p:ph type="title"/>
          </p:nvPr>
        </p:nvSpPr>
        <p:spPr>
          <a:xfrm>
            <a:off x="482601" y="643467"/>
            <a:ext cx="2561709" cy="5571066"/>
          </a:xfrm>
        </p:spPr>
        <p:txBody>
          <a:bodyPr>
            <a:normAutofit/>
          </a:bodyPr>
          <a:lstStyle/>
          <a:p>
            <a:pPr fontAlgn="auto">
              <a:spcAft>
                <a:spcPts val="0"/>
              </a:spcAft>
              <a:defRPr/>
            </a:pPr>
            <a:r>
              <a:rPr lang="en-US" altLang="en-US" sz="3400">
                <a:solidFill>
                  <a:srgbClr val="FFFFFF"/>
                </a:solidFill>
              </a:rPr>
              <a:t>Computational Model</a:t>
            </a:r>
          </a:p>
        </p:txBody>
      </p:sp>
      <p:graphicFrame>
        <p:nvGraphicFramePr>
          <p:cNvPr id="16392" name="Content Placeholder 2">
            <a:extLst>
              <a:ext uri="{FF2B5EF4-FFF2-40B4-BE49-F238E27FC236}">
                <a16:creationId xmlns:a16="http://schemas.microsoft.com/office/drawing/2014/main" id="{12F82566-FA89-C978-4868-83B2F2BB58A6}"/>
              </a:ext>
            </a:extLst>
          </p:cNvPr>
          <p:cNvGraphicFramePr>
            <a:graphicFrameLocks noGrp="1"/>
          </p:cNvGraphicFramePr>
          <p:nvPr>
            <p:ph idx="1"/>
            <p:extLst>
              <p:ext uri="{D42A27DB-BD31-4B8C-83A1-F6EECF244321}">
                <p14:modId xmlns:p14="http://schemas.microsoft.com/office/powerpoint/2010/main" val="2857168794"/>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76CF1D4-4AA7-428C-BE6A-E56724431AEF}"/>
              </a:ext>
            </a:extLst>
          </p:cNvPr>
          <p:cNvSpPr>
            <a:spLocks noGrp="1"/>
          </p:cNvSpPr>
          <p:nvPr>
            <p:ph type="title"/>
          </p:nvPr>
        </p:nvSpPr>
        <p:spPr/>
        <p:txBody>
          <a:bodyPr/>
          <a:lstStyle/>
          <a:p>
            <a:pPr fontAlgn="auto">
              <a:spcAft>
                <a:spcPts val="0"/>
              </a:spcAft>
              <a:defRPr/>
            </a:pPr>
            <a:r>
              <a:rPr lang="en-US" altLang="en-US">
                <a:solidFill>
                  <a:schemeClr val="tx1">
                    <a:lumMod val="95000"/>
                    <a:lumOff val="5000"/>
                  </a:schemeClr>
                </a:solidFill>
              </a:rPr>
              <a:t>Computational Model</a:t>
            </a:r>
          </a:p>
        </p:txBody>
      </p:sp>
      <p:sp>
        <p:nvSpPr>
          <p:cNvPr id="17411" name="Content Placeholder 2">
            <a:extLst>
              <a:ext uri="{FF2B5EF4-FFF2-40B4-BE49-F238E27FC236}">
                <a16:creationId xmlns:a16="http://schemas.microsoft.com/office/drawing/2014/main" id="{3E7D6C7E-03C9-46BE-ABC9-68C3A0D4DCD4}"/>
              </a:ext>
            </a:extLst>
          </p:cNvPr>
          <p:cNvSpPr>
            <a:spLocks noGrp="1" noChangeArrowheads="1"/>
          </p:cNvSpPr>
          <p:nvPr>
            <p:ph idx="1"/>
          </p:nvPr>
        </p:nvSpPr>
        <p:spPr/>
        <p:txBody>
          <a:bodyPr/>
          <a:lstStyle/>
          <a:p>
            <a:pPr>
              <a:buFont typeface="Arial" panose="020B0604020202020204" pitchFamily="34" charset="0"/>
              <a:buChar char="•"/>
            </a:pPr>
            <a:r>
              <a:rPr lang="en-US" altLang="en-US"/>
              <a:t> The RAM model is suitable for theoretical performance prediction although real computers have a much more diverse and complex architecture.</a:t>
            </a:r>
          </a:p>
          <a:p>
            <a:endParaRPr lang="en-US" altLang="en-US"/>
          </a:p>
        </p:txBody>
      </p:sp>
      <p:pic>
        <p:nvPicPr>
          <p:cNvPr id="17412" name="Picture 2">
            <a:extLst>
              <a:ext uri="{FF2B5EF4-FFF2-40B4-BE49-F238E27FC236}">
                <a16:creationId xmlns:a16="http://schemas.microsoft.com/office/drawing/2014/main" id="{EDAE5F9C-9BAA-41B0-804F-E48FA081D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6125" y="3213100"/>
            <a:ext cx="4310063"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3">
            <a:extLst>
              <a:ext uri="{FF2B5EF4-FFF2-40B4-BE49-F238E27FC236}">
                <a16:creationId xmlns:a16="http://schemas.microsoft.com/office/drawing/2014/main" id="{2218D217-B6DD-466B-80D3-5974091D58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4149725"/>
            <a:ext cx="3478213"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740CFEA9-05D7-42DF-B035-FEE7F38EA5FB}"/>
              </a:ext>
            </a:extLst>
          </p:cNvPr>
          <p:cNvSpPr>
            <a:spLocks noGrp="1"/>
          </p:cNvSpPr>
          <p:nvPr>
            <p:ph type="title"/>
          </p:nvPr>
        </p:nvSpPr>
        <p:spPr>
          <a:xfrm>
            <a:off x="768096" y="585216"/>
            <a:ext cx="3323844" cy="1499616"/>
          </a:xfrm>
        </p:spPr>
        <p:txBody>
          <a:bodyPr>
            <a:normAutofit/>
          </a:bodyPr>
          <a:lstStyle/>
          <a:p>
            <a:pPr fontAlgn="auto">
              <a:spcAft>
                <a:spcPts val="0"/>
              </a:spcAft>
              <a:defRPr/>
            </a:pPr>
            <a:r>
              <a:rPr lang="en-US" altLang="en-US"/>
              <a:t>Computational Model</a:t>
            </a:r>
          </a:p>
        </p:txBody>
      </p:sp>
      <p:sp>
        <p:nvSpPr>
          <p:cNvPr id="18435" name="Content Placeholder 2">
            <a:extLst>
              <a:ext uri="{FF2B5EF4-FFF2-40B4-BE49-F238E27FC236}">
                <a16:creationId xmlns:a16="http://schemas.microsoft.com/office/drawing/2014/main" id="{AF027888-28B4-45E2-AEAD-F454323937BE}"/>
              </a:ext>
            </a:extLst>
          </p:cNvPr>
          <p:cNvSpPr>
            <a:spLocks noGrp="1" noChangeArrowheads="1"/>
          </p:cNvSpPr>
          <p:nvPr>
            <p:ph idx="1"/>
          </p:nvPr>
        </p:nvSpPr>
        <p:spPr>
          <a:xfrm>
            <a:off x="768096" y="2286000"/>
            <a:ext cx="3322211" cy="3931920"/>
          </a:xfrm>
        </p:spPr>
        <p:txBody>
          <a:bodyPr>
            <a:normAutofit/>
          </a:bodyPr>
          <a:lstStyle/>
          <a:p>
            <a:pPr>
              <a:buFont typeface="Arial" panose="020B0604020202020204" pitchFamily="34" charset="0"/>
              <a:buChar char="•"/>
            </a:pPr>
            <a:r>
              <a:rPr lang="en-US" altLang="en-US"/>
              <a:t>A computational model for parallel processing is the PRAM model (parallel random access machine),which is a generalization of the RAM model. </a:t>
            </a:r>
          </a:p>
        </p:txBody>
      </p:sp>
      <p:pic>
        <p:nvPicPr>
          <p:cNvPr id="18436" name="Picture 1">
            <a:extLst>
              <a:ext uri="{FF2B5EF4-FFF2-40B4-BE49-F238E27FC236}">
                <a16:creationId xmlns:a16="http://schemas.microsoft.com/office/drawing/2014/main" id="{D8F356F8-1FA6-4D85-8205-07E02C534F2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0" y="1282034"/>
            <a:ext cx="4091940" cy="42939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90AAC386-A18D-4525-AD1B-4D227ED34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6" name="Title 1">
            <a:extLst>
              <a:ext uri="{FF2B5EF4-FFF2-40B4-BE49-F238E27FC236}">
                <a16:creationId xmlns:a16="http://schemas.microsoft.com/office/drawing/2014/main" id="{3591809E-0480-41A6-8A74-DF0EDB36A089}"/>
              </a:ext>
            </a:extLst>
          </p:cNvPr>
          <p:cNvSpPr>
            <a:spLocks noGrp="1"/>
          </p:cNvSpPr>
          <p:nvPr>
            <p:ph type="title"/>
          </p:nvPr>
        </p:nvSpPr>
        <p:spPr>
          <a:xfrm>
            <a:off x="6097404" y="643467"/>
            <a:ext cx="2604756" cy="5571066"/>
          </a:xfrm>
        </p:spPr>
        <p:txBody>
          <a:bodyPr>
            <a:normAutofit/>
          </a:bodyPr>
          <a:lstStyle/>
          <a:p>
            <a:pPr fontAlgn="auto">
              <a:spcAft>
                <a:spcPts val="0"/>
              </a:spcAft>
              <a:defRPr/>
            </a:pPr>
            <a:r>
              <a:rPr lang="en-US" altLang="en-US" sz="3700"/>
              <a:t>Programming Model</a:t>
            </a:r>
          </a:p>
        </p:txBody>
      </p:sp>
      <p:cxnSp>
        <p:nvCxnSpPr>
          <p:cNvPr id="139" name="Straight Connector 138">
            <a:extLst>
              <a:ext uri="{FF2B5EF4-FFF2-40B4-BE49-F238E27FC236}">
                <a16:creationId xmlns:a16="http://schemas.microsoft.com/office/drawing/2014/main" id="{C34C4AD0-FE94-4E84-ACA6-CC5BF1A118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90097" y="2514600"/>
            <a:ext cx="0" cy="1828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9461" name="Content Placeholder 2">
            <a:extLst>
              <a:ext uri="{FF2B5EF4-FFF2-40B4-BE49-F238E27FC236}">
                <a16:creationId xmlns:a16="http://schemas.microsoft.com/office/drawing/2014/main" id="{4F2FE049-4131-4692-0098-DB519D012C88}"/>
              </a:ext>
            </a:extLst>
          </p:cNvPr>
          <p:cNvGraphicFramePr>
            <a:graphicFrameLocks noGrp="1"/>
          </p:cNvGraphicFramePr>
          <p:nvPr>
            <p:ph idx="1"/>
            <p:extLst>
              <p:ext uri="{D42A27DB-BD31-4B8C-83A1-F6EECF244321}">
                <p14:modId xmlns:p14="http://schemas.microsoft.com/office/powerpoint/2010/main" val="1490852473"/>
              </p:ext>
            </p:extLst>
          </p:nvPr>
        </p:nvGraphicFramePr>
        <p:xfrm>
          <a:off x="707231" y="933450"/>
          <a:ext cx="4947047" cy="4941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A8DC7BD2-642E-47E0-8A5C-CF85784AE597}"/>
              </a:ext>
            </a:extLst>
          </p:cNvPr>
          <p:cNvSpPr>
            <a:spLocks noGrp="1"/>
          </p:cNvSpPr>
          <p:nvPr>
            <p:ph type="title"/>
          </p:nvPr>
        </p:nvSpPr>
        <p:spPr>
          <a:xfrm>
            <a:off x="768096" y="585216"/>
            <a:ext cx="6013704" cy="1499616"/>
          </a:xfrm>
        </p:spPr>
        <p:txBody>
          <a:bodyPr>
            <a:normAutofit/>
          </a:bodyPr>
          <a:lstStyle/>
          <a:p>
            <a:pPr fontAlgn="auto">
              <a:spcAft>
                <a:spcPts val="0"/>
              </a:spcAft>
              <a:defRPr/>
            </a:pPr>
            <a:r>
              <a:rPr lang="en-US" altLang="en-US"/>
              <a:t>Programming Model</a:t>
            </a:r>
          </a:p>
        </p:txBody>
      </p:sp>
      <p:sp>
        <p:nvSpPr>
          <p:cNvPr id="20483" name="Content Placeholder 2">
            <a:extLst>
              <a:ext uri="{FF2B5EF4-FFF2-40B4-BE49-F238E27FC236}">
                <a16:creationId xmlns:a16="http://schemas.microsoft.com/office/drawing/2014/main" id="{F7CA53EC-1602-4D3E-91F9-CBFD26956AB1}"/>
              </a:ext>
            </a:extLst>
          </p:cNvPr>
          <p:cNvSpPr>
            <a:spLocks noGrp="1" noChangeArrowheads="1"/>
          </p:cNvSpPr>
          <p:nvPr>
            <p:ph idx="1"/>
          </p:nvPr>
        </p:nvSpPr>
        <p:spPr>
          <a:xfrm>
            <a:off x="768096" y="2286000"/>
            <a:ext cx="6013703" cy="4023360"/>
          </a:xfrm>
        </p:spPr>
        <p:txBody>
          <a:bodyPr>
            <a:normAutofit/>
          </a:bodyPr>
          <a:lstStyle/>
          <a:p>
            <a:pPr>
              <a:buFont typeface="Arial" panose="020B0604020202020204" pitchFamily="34" charset="0"/>
              <a:buChar char="•"/>
            </a:pPr>
            <a:r>
              <a:rPr lang="en-US" altLang="en-US"/>
              <a:t>This view is influenced by the architectural design and the language, compiler, or the runtime libraries, and, thus, there exist many different parallel programming models even for the same architecture. </a:t>
            </a:r>
          </a:p>
        </p:txBody>
      </p:sp>
      <p:sp>
        <p:nvSpPr>
          <p:cNvPr id="20489" name="Rectangle 135">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90" name="Rectangle 137">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1952185-ABB6-44E8-BF1F-9A4954721BEF}"/>
              </a:ext>
            </a:extLst>
          </p:cNvPr>
          <p:cNvSpPr>
            <a:spLocks noGrp="1" noChangeArrowheads="1"/>
          </p:cNvSpPr>
          <p:nvPr>
            <p:ph type="title"/>
          </p:nvPr>
        </p:nvSpPr>
        <p:spPr>
          <a:xfrm>
            <a:off x="768096" y="585216"/>
            <a:ext cx="6013704" cy="1499616"/>
          </a:xfrm>
        </p:spPr>
        <p:txBody>
          <a:bodyPr>
            <a:normAutofit/>
          </a:bodyPr>
          <a:lstStyle/>
          <a:p>
            <a:pPr fontAlgn="auto">
              <a:spcAft>
                <a:spcPts val="0"/>
              </a:spcAft>
              <a:defRPr/>
            </a:pPr>
            <a:r>
              <a:rPr lang="en-US" altLang="en-US"/>
              <a:t>Microprocessor Architecture for Parallelism</a:t>
            </a:r>
          </a:p>
        </p:txBody>
      </p:sp>
      <p:sp>
        <p:nvSpPr>
          <p:cNvPr id="13315" name="Content Placeholder 2">
            <a:extLst>
              <a:ext uri="{FF2B5EF4-FFF2-40B4-BE49-F238E27FC236}">
                <a16:creationId xmlns:a16="http://schemas.microsoft.com/office/drawing/2014/main" id="{D0109BEB-AE29-4C63-B5BF-F325F65C69A6}"/>
              </a:ext>
            </a:extLst>
          </p:cNvPr>
          <p:cNvSpPr>
            <a:spLocks noGrp="1" noChangeArrowheads="1"/>
          </p:cNvSpPr>
          <p:nvPr>
            <p:ph idx="1"/>
          </p:nvPr>
        </p:nvSpPr>
        <p:spPr>
          <a:xfrm>
            <a:off x="768096" y="2286000"/>
            <a:ext cx="6013703" cy="4023360"/>
          </a:xfrm>
        </p:spPr>
        <p:txBody>
          <a:bodyPr rtlCol="0">
            <a:normAutofit/>
          </a:bodyPr>
          <a:lstStyle/>
          <a:p>
            <a:pPr marL="91440" indent="-91440" fontAlgn="auto">
              <a:buFont typeface="Arial" panose="020B0604020202020204" pitchFamily="34" charset="0"/>
              <a:buChar char="•"/>
              <a:defRPr/>
            </a:pPr>
            <a:r>
              <a:rPr lang="en-US" altLang="en-US"/>
              <a:t>Parallelism at bit level</a:t>
            </a:r>
          </a:p>
          <a:p>
            <a:pPr marL="91440" indent="-91440" fontAlgn="auto">
              <a:buFont typeface="Arial" panose="020B0604020202020204" pitchFamily="34" charset="0"/>
              <a:buChar char="•"/>
              <a:defRPr/>
            </a:pPr>
            <a:r>
              <a:rPr lang="en-US" altLang="en-US"/>
              <a:t>Parallelism by pipelining – fetch, decode, execute, write back</a:t>
            </a:r>
          </a:p>
          <a:p>
            <a:pPr marL="91440" indent="-91440" fontAlgn="auto">
              <a:buFont typeface="Arial" panose="020B0604020202020204" pitchFamily="34" charset="0"/>
              <a:buChar char="•"/>
              <a:defRPr/>
            </a:pPr>
            <a:r>
              <a:rPr lang="en-US" altLang="en-US"/>
              <a:t>Parallelism by multiple functional units (ALU, FPU, etc.)</a:t>
            </a:r>
          </a:p>
          <a:p>
            <a:pPr marL="91440" indent="-91440" fontAlgn="auto">
              <a:buFont typeface="Arial" panose="020B0604020202020204" pitchFamily="34" charset="0"/>
              <a:buChar char="•"/>
              <a:defRPr/>
            </a:pPr>
            <a:r>
              <a:rPr lang="en-US" altLang="en-US"/>
              <a:t>Parallelism at process or thread level</a:t>
            </a:r>
          </a:p>
        </p:txBody>
      </p:sp>
      <p:sp>
        <p:nvSpPr>
          <p:cNvPr id="72" name="Rectangle 7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E0D9F-B70E-4DC7-B474-D1912C3DFD12}"/>
              </a:ext>
            </a:extLst>
          </p:cNvPr>
          <p:cNvSpPr>
            <a:spLocks noGrp="1"/>
          </p:cNvSpPr>
          <p:nvPr>
            <p:ph type="title"/>
          </p:nvPr>
        </p:nvSpPr>
        <p:spPr>
          <a:xfrm>
            <a:off x="768096" y="585216"/>
            <a:ext cx="6013704" cy="1499616"/>
          </a:xfrm>
        </p:spPr>
        <p:txBody>
          <a:bodyPr>
            <a:normAutofit/>
          </a:bodyPr>
          <a:lstStyle/>
          <a:p>
            <a:pPr fontAlgn="auto">
              <a:spcAft>
                <a:spcPts val="0"/>
              </a:spcAft>
              <a:defRPr/>
            </a:pPr>
            <a:r>
              <a:rPr lang="en-US"/>
              <a:t>Bit-level Parallelism</a:t>
            </a:r>
          </a:p>
        </p:txBody>
      </p:sp>
      <p:sp>
        <p:nvSpPr>
          <p:cNvPr id="22531" name="Content Placeholder 2">
            <a:extLst>
              <a:ext uri="{FF2B5EF4-FFF2-40B4-BE49-F238E27FC236}">
                <a16:creationId xmlns:a16="http://schemas.microsoft.com/office/drawing/2014/main" id="{4E7FF308-E741-494F-9A7F-EF9EC479DF11}"/>
              </a:ext>
            </a:extLst>
          </p:cNvPr>
          <p:cNvSpPr>
            <a:spLocks noGrp="1" noChangeArrowheads="1"/>
          </p:cNvSpPr>
          <p:nvPr>
            <p:ph idx="1"/>
          </p:nvPr>
        </p:nvSpPr>
        <p:spPr>
          <a:xfrm>
            <a:off x="768096" y="2286000"/>
            <a:ext cx="6013703" cy="4023360"/>
          </a:xfrm>
        </p:spPr>
        <p:txBody>
          <a:bodyPr>
            <a:normAutofit/>
          </a:bodyPr>
          <a:lstStyle/>
          <a:p>
            <a:pPr>
              <a:buFont typeface="Arial" panose="020B0604020202020204" pitchFamily="34" charset="0"/>
              <a:buChar char="•"/>
            </a:pPr>
            <a:r>
              <a:rPr lang="en-US" altLang="en-US" dirty="0"/>
              <a:t>By increasing processor word size to reduce the number of instructions the processor must execute to perform an operation on variables whose sizes are greater than the length of the word. </a:t>
            </a:r>
          </a:p>
          <a:p>
            <a:pPr lvl="1">
              <a:buFont typeface="Arial" panose="020B0604020202020204" pitchFamily="34" charset="0"/>
              <a:buChar char="•"/>
            </a:pPr>
            <a:r>
              <a:rPr lang="en-US" altLang="en-US" dirty="0"/>
              <a:t>Adding two 16-bit integers on a 8-bit processor. </a:t>
            </a:r>
          </a:p>
          <a:p>
            <a:pPr lvl="1">
              <a:buFont typeface="Arial" panose="020B0604020202020204" pitchFamily="34" charset="0"/>
              <a:buChar char="•"/>
            </a:pPr>
            <a:r>
              <a:rPr lang="en-US" altLang="en-US" dirty="0"/>
              <a:t>The processor must first add the 8 lower-order bits from each integer, then add the 8 higher-order bits.</a:t>
            </a:r>
          </a:p>
          <a:p>
            <a:pPr lvl="1">
              <a:buFont typeface="Arial" panose="020B0604020202020204" pitchFamily="34" charset="0"/>
              <a:buChar char="•"/>
            </a:pPr>
            <a:r>
              <a:rPr lang="en-US" altLang="en-US" dirty="0"/>
              <a:t>Two instructions needed to complete a single operation. </a:t>
            </a:r>
          </a:p>
          <a:p>
            <a:pPr lvl="1">
              <a:buFont typeface="Arial" panose="020B0604020202020204" pitchFamily="34" charset="0"/>
              <a:buChar char="•"/>
            </a:pPr>
            <a:r>
              <a:rPr lang="en-US" altLang="en-US" dirty="0"/>
              <a:t>A 16-bit processor would be able to complete the operation with a single instruction.</a:t>
            </a:r>
          </a:p>
        </p:txBody>
      </p:sp>
      <p:sp>
        <p:nvSpPr>
          <p:cNvPr id="72" name="Rectangle 7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1EDAA-CDF0-4D53-8FF7-65651AA75910}"/>
              </a:ext>
            </a:extLst>
          </p:cNvPr>
          <p:cNvSpPr>
            <a:spLocks noGrp="1"/>
          </p:cNvSpPr>
          <p:nvPr>
            <p:ph type="title"/>
          </p:nvPr>
        </p:nvSpPr>
        <p:spPr>
          <a:xfrm>
            <a:off x="768096" y="585216"/>
            <a:ext cx="6013704" cy="1499616"/>
          </a:xfrm>
        </p:spPr>
        <p:txBody>
          <a:bodyPr>
            <a:normAutofit/>
          </a:bodyPr>
          <a:lstStyle/>
          <a:p>
            <a:pPr fontAlgn="auto">
              <a:spcAft>
                <a:spcPts val="0"/>
              </a:spcAft>
              <a:defRPr/>
            </a:pPr>
            <a:r>
              <a:rPr lang="en-US"/>
              <a:t>Parallelism by Pipelining</a:t>
            </a:r>
          </a:p>
        </p:txBody>
      </p:sp>
      <p:sp>
        <p:nvSpPr>
          <p:cNvPr id="23559" name="Content Placeholder 2">
            <a:extLst>
              <a:ext uri="{FF2B5EF4-FFF2-40B4-BE49-F238E27FC236}">
                <a16:creationId xmlns:a16="http://schemas.microsoft.com/office/drawing/2014/main" id="{0534D00C-3F65-4FEE-8818-F6BFD3C5504B}"/>
              </a:ext>
            </a:extLst>
          </p:cNvPr>
          <p:cNvSpPr>
            <a:spLocks noGrp="1" noChangeArrowheads="1"/>
          </p:cNvSpPr>
          <p:nvPr>
            <p:ph idx="1"/>
          </p:nvPr>
        </p:nvSpPr>
        <p:spPr>
          <a:xfrm>
            <a:off x="768096" y="2286000"/>
            <a:ext cx="6013703" cy="4023360"/>
          </a:xfrm>
        </p:spPr>
        <p:txBody>
          <a:bodyPr>
            <a:normAutofit/>
          </a:bodyPr>
          <a:lstStyle/>
          <a:p>
            <a:pPr>
              <a:buFont typeface="Arial" panose="020B0604020202020204" pitchFamily="34" charset="0"/>
              <a:buChar char="•"/>
            </a:pPr>
            <a:r>
              <a:rPr lang="en-US" altLang="en-US" dirty="0"/>
              <a:t>Instruction-level parallelism within a single processor. </a:t>
            </a:r>
          </a:p>
          <a:p>
            <a:pPr>
              <a:buFont typeface="Arial" panose="020B0604020202020204" pitchFamily="34" charset="0"/>
              <a:buChar char="•"/>
            </a:pPr>
            <a:r>
              <a:rPr lang="en-US" altLang="en-US" dirty="0"/>
              <a:t>Keep every part of the processor busy with some instruction.</a:t>
            </a:r>
          </a:p>
          <a:p>
            <a:pPr lvl="1">
              <a:buFont typeface="Arial" panose="020B0604020202020204" pitchFamily="34" charset="0"/>
              <a:buChar char="•"/>
            </a:pPr>
            <a:r>
              <a:rPr lang="en-US" altLang="en-US" sz="1800" dirty="0"/>
              <a:t>Divide incoming instructions into a series of sequential steps (pipeline).</a:t>
            </a:r>
          </a:p>
          <a:p>
            <a:pPr lvl="1">
              <a:buFont typeface="Arial" panose="020B0604020202020204" pitchFamily="34" charset="0"/>
              <a:buChar char="•"/>
            </a:pPr>
            <a:r>
              <a:rPr lang="en-US" altLang="en-US" sz="1800" dirty="0"/>
              <a:t>Different processor units process different parts of instructions in parallel.</a:t>
            </a:r>
          </a:p>
        </p:txBody>
      </p:sp>
      <p:sp>
        <p:nvSpPr>
          <p:cNvPr id="72" name="Rectangle 7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1EA1-698E-41F7-99FA-B2FD17658452}"/>
              </a:ext>
            </a:extLst>
          </p:cNvPr>
          <p:cNvSpPr>
            <a:spLocks noGrp="1"/>
          </p:cNvSpPr>
          <p:nvPr>
            <p:ph type="title"/>
          </p:nvPr>
        </p:nvSpPr>
        <p:spPr>
          <a:xfrm>
            <a:off x="768096" y="585216"/>
            <a:ext cx="6013704" cy="1499616"/>
          </a:xfrm>
        </p:spPr>
        <p:txBody>
          <a:bodyPr>
            <a:normAutofit/>
          </a:bodyPr>
          <a:lstStyle/>
          <a:p>
            <a:pPr fontAlgn="auto">
              <a:spcAft>
                <a:spcPts val="0"/>
              </a:spcAft>
              <a:defRPr/>
            </a:pPr>
            <a:r>
              <a:rPr lang="en-US"/>
              <a:t>Parallelism by Pipelining</a:t>
            </a:r>
          </a:p>
        </p:txBody>
      </p:sp>
      <p:sp>
        <p:nvSpPr>
          <p:cNvPr id="24579" name="Content Placeholder 2">
            <a:extLst>
              <a:ext uri="{FF2B5EF4-FFF2-40B4-BE49-F238E27FC236}">
                <a16:creationId xmlns:a16="http://schemas.microsoft.com/office/drawing/2014/main" id="{53105720-48A1-4CF5-8D0D-F11E92CDF972}"/>
              </a:ext>
            </a:extLst>
          </p:cNvPr>
          <p:cNvSpPr>
            <a:spLocks noGrp="1" noChangeArrowheads="1"/>
          </p:cNvSpPr>
          <p:nvPr>
            <p:ph idx="1"/>
          </p:nvPr>
        </p:nvSpPr>
        <p:spPr>
          <a:xfrm>
            <a:off x="768096" y="2286000"/>
            <a:ext cx="6013703" cy="4023360"/>
          </a:xfrm>
        </p:spPr>
        <p:txBody>
          <a:bodyPr>
            <a:normAutofit/>
          </a:bodyPr>
          <a:lstStyle/>
          <a:p>
            <a:pPr>
              <a:buFont typeface="Arial" panose="020B0604020202020204" pitchFamily="34" charset="0"/>
              <a:buChar char="•"/>
            </a:pPr>
            <a:r>
              <a:rPr lang="en-US" altLang="en-US" dirty="0"/>
              <a:t> In von Neumann cycle, an instruction may comprise: </a:t>
            </a:r>
          </a:p>
          <a:p>
            <a:pPr marL="841375" lvl="2" indent="-457200">
              <a:buFont typeface="Tw Cen MT Condensed" panose="020B0606020104020203" pitchFamily="34" charset="0"/>
              <a:buAutoNum type="arabicPeriod"/>
            </a:pPr>
            <a:r>
              <a:rPr lang="en-US" altLang="en-US" sz="1800" dirty="0"/>
              <a:t>Fetch the instruction</a:t>
            </a:r>
          </a:p>
          <a:p>
            <a:pPr marL="841375" lvl="2" indent="-457200">
              <a:buFont typeface="Tw Cen MT Condensed" panose="020B0606020104020203" pitchFamily="34" charset="0"/>
              <a:buAutoNum type="arabicPeriod"/>
            </a:pPr>
            <a:r>
              <a:rPr lang="en-US" altLang="en-US" sz="1800" dirty="0"/>
              <a:t>Fetch the operands</a:t>
            </a:r>
          </a:p>
          <a:p>
            <a:pPr marL="841375" lvl="2" indent="-457200">
              <a:buFont typeface="Tw Cen MT Condensed" panose="020B0606020104020203" pitchFamily="34" charset="0"/>
              <a:buAutoNum type="arabicPeriod"/>
            </a:pPr>
            <a:r>
              <a:rPr lang="en-US" altLang="en-US" sz="1800" dirty="0"/>
              <a:t>Do the instruction</a:t>
            </a:r>
          </a:p>
          <a:p>
            <a:pPr marL="841375" lvl="2" indent="-457200">
              <a:buFont typeface="Tw Cen MT Condensed" panose="020B0606020104020203" pitchFamily="34" charset="0"/>
              <a:buAutoNum type="arabicPeriod"/>
            </a:pPr>
            <a:r>
              <a:rPr lang="en-US" altLang="en-US" sz="1800" dirty="0"/>
              <a:t>Write the results. </a:t>
            </a:r>
          </a:p>
          <a:p>
            <a:pPr>
              <a:buFont typeface="Arial" panose="020B0604020202020204" pitchFamily="34" charset="0"/>
              <a:buChar char="•"/>
            </a:pPr>
            <a:r>
              <a:rPr lang="en-US" altLang="en-US" dirty="0"/>
              <a:t>A pipelined computer usually has "pipeline registers" after each stage to store information from the instruction and calculations so that the logic gates of the next stage can do the next step.</a:t>
            </a:r>
          </a:p>
        </p:txBody>
      </p:sp>
      <p:sp>
        <p:nvSpPr>
          <p:cNvPr id="72" name="Rectangle 7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FAE1107-CEC3-4041-8BAA-CDB6F6759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10141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AB216C-AA23-486B-BF01-B35EA8BD8392}"/>
              </a:ext>
            </a:extLst>
          </p:cNvPr>
          <p:cNvSpPr>
            <a:spLocks noGrp="1"/>
          </p:cNvSpPr>
          <p:nvPr>
            <p:ph type="title"/>
          </p:nvPr>
        </p:nvSpPr>
        <p:spPr>
          <a:xfrm>
            <a:off x="768096" y="585216"/>
            <a:ext cx="2834314" cy="1499616"/>
          </a:xfrm>
        </p:spPr>
        <p:txBody>
          <a:bodyPr>
            <a:normAutofit/>
          </a:bodyPr>
          <a:lstStyle/>
          <a:p>
            <a:pPr fontAlgn="auto">
              <a:spcAft>
                <a:spcPts val="0"/>
              </a:spcAft>
              <a:defRPr/>
            </a:pPr>
            <a:r>
              <a:rPr lang="en-US">
                <a:solidFill>
                  <a:srgbClr val="FFFFFF"/>
                </a:solidFill>
              </a:rPr>
              <a:t>Parallelism by Pipelining</a:t>
            </a:r>
          </a:p>
        </p:txBody>
      </p:sp>
      <p:cxnSp>
        <p:nvCxnSpPr>
          <p:cNvPr id="75" name="Straight Connector 74">
            <a:extLst>
              <a:ext uri="{FF2B5EF4-FFF2-40B4-BE49-F238E27FC236}">
                <a16:creationId xmlns:a16="http://schemas.microsoft.com/office/drawing/2014/main" id="{1AEA88FB-F5DD-45CE-AAE1-7B33D0ABD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5603" name="Content Placeholder 2">
            <a:extLst>
              <a:ext uri="{FF2B5EF4-FFF2-40B4-BE49-F238E27FC236}">
                <a16:creationId xmlns:a16="http://schemas.microsoft.com/office/drawing/2014/main" id="{3AE48BA4-B318-4C14-9127-70E6E7669D07}"/>
              </a:ext>
            </a:extLst>
          </p:cNvPr>
          <p:cNvSpPr>
            <a:spLocks noGrp="1" noChangeArrowheads="1"/>
          </p:cNvSpPr>
          <p:nvPr>
            <p:ph idx="1"/>
          </p:nvPr>
        </p:nvSpPr>
        <p:spPr>
          <a:xfrm>
            <a:off x="768096" y="2286000"/>
            <a:ext cx="2843784" cy="3931920"/>
          </a:xfrm>
        </p:spPr>
        <p:txBody>
          <a:bodyPr>
            <a:normAutofit/>
          </a:bodyPr>
          <a:lstStyle/>
          <a:p>
            <a:pPr>
              <a:buFont typeface="Arial" panose="020B0604020202020204" pitchFamily="34" charset="0"/>
              <a:buChar char="•"/>
            </a:pPr>
            <a:r>
              <a:rPr lang="en-US" altLang="en-US">
                <a:solidFill>
                  <a:srgbClr val="FFFFFF"/>
                </a:solidFill>
              </a:rPr>
              <a:t>How many clock cycles are needed with/without instruction pipelining on a classic RISC pipeline to execute 5 instructions?</a:t>
            </a:r>
          </a:p>
        </p:txBody>
      </p:sp>
      <p:pic>
        <p:nvPicPr>
          <p:cNvPr id="25604" name="Picture 3">
            <a:extLst>
              <a:ext uri="{FF2B5EF4-FFF2-40B4-BE49-F238E27FC236}">
                <a16:creationId xmlns:a16="http://schemas.microsoft.com/office/drawing/2014/main" id="{CD2CFEA7-0C99-4592-92ED-4DADBAF920C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60524" y="1335024"/>
            <a:ext cx="4533503" cy="4068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AA73B0-E36C-4AA4-AB2B-F50A7CCDA006}"/>
              </a:ext>
            </a:extLst>
          </p:cNvPr>
          <p:cNvSpPr>
            <a:spLocks noGrp="1"/>
          </p:cNvSpPr>
          <p:nvPr>
            <p:ph type="title"/>
          </p:nvPr>
        </p:nvSpPr>
        <p:spPr>
          <a:xfrm>
            <a:off x="723591" y="804333"/>
            <a:ext cx="2543925" cy="5249334"/>
          </a:xfrm>
        </p:spPr>
        <p:txBody>
          <a:bodyPr>
            <a:normAutofit/>
          </a:bodyPr>
          <a:lstStyle/>
          <a:p>
            <a:pPr algn="r" fontAlgn="auto">
              <a:spcAft>
                <a:spcPts val="0"/>
              </a:spcAft>
              <a:defRPr/>
            </a:pPr>
            <a:r>
              <a:rPr lang="en-US">
                <a:solidFill>
                  <a:srgbClr val="FFFFFF"/>
                </a:solidFill>
              </a:rPr>
              <a:t>Parallelism by Multiple Functional Units </a:t>
            </a:r>
          </a:p>
        </p:txBody>
      </p:sp>
      <p:sp>
        <p:nvSpPr>
          <p:cNvPr id="26627" name="Content Placeholder 2">
            <a:extLst>
              <a:ext uri="{FF2B5EF4-FFF2-40B4-BE49-F238E27FC236}">
                <a16:creationId xmlns:a16="http://schemas.microsoft.com/office/drawing/2014/main" id="{C17699D6-7EC7-4F66-AB98-BA2DF92BD434}"/>
              </a:ext>
            </a:extLst>
          </p:cNvPr>
          <p:cNvSpPr>
            <a:spLocks noGrp="1" noChangeArrowheads="1"/>
          </p:cNvSpPr>
          <p:nvPr>
            <p:ph idx="1"/>
          </p:nvPr>
        </p:nvSpPr>
        <p:spPr>
          <a:xfrm>
            <a:off x="3713286" y="804332"/>
            <a:ext cx="4963170" cy="5576995"/>
          </a:xfrm>
        </p:spPr>
        <p:txBody>
          <a:bodyPr anchor="ctr">
            <a:normAutofit/>
          </a:bodyPr>
          <a:lstStyle/>
          <a:p>
            <a:pPr>
              <a:buFont typeface="Arial" panose="020B0604020202020204" pitchFamily="34" charset="0"/>
              <a:buChar char="•"/>
            </a:pPr>
            <a:r>
              <a:rPr lang="en-US" altLang="en-US" dirty="0"/>
              <a:t>Cores usually have multiple functional units to perform multiple arithmetic operations in parallel.</a:t>
            </a:r>
          </a:p>
          <a:p>
            <a:pPr lvl="1">
              <a:buFont typeface="Arial" panose="020B0604020202020204" pitchFamily="34" charset="0"/>
              <a:buChar char="•"/>
            </a:pPr>
            <a:r>
              <a:rPr lang="en-US" altLang="en-US" sz="1800" dirty="0"/>
              <a:t>Done implicitly by superscalar execution of serial instructions or hardware multithreading; or </a:t>
            </a:r>
          </a:p>
          <a:p>
            <a:pPr lvl="1">
              <a:buFont typeface="Arial" panose="020B0604020202020204" pitchFamily="34" charset="0"/>
              <a:buChar char="•"/>
            </a:pPr>
            <a:r>
              <a:rPr lang="en-US" altLang="en-US" sz="1800" dirty="0"/>
              <a:t>By explicit vector instructions. </a:t>
            </a:r>
          </a:p>
          <a:p>
            <a:pPr lvl="1">
              <a:buFont typeface="Arial" panose="020B0604020202020204" pitchFamily="34" charset="0"/>
              <a:buChar char="•"/>
            </a:pPr>
            <a:r>
              <a:rPr lang="en-US" altLang="en-US" sz="1800" dirty="0"/>
              <a:t>A single-core design may use all three.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5BF467-2E50-4C61-8473-D249FB63FBFF}"/>
              </a:ext>
            </a:extLst>
          </p:cNvPr>
          <p:cNvSpPr>
            <a:spLocks noGrp="1"/>
          </p:cNvSpPr>
          <p:nvPr>
            <p:ph type="title"/>
          </p:nvPr>
        </p:nvSpPr>
        <p:spPr>
          <a:xfrm>
            <a:off x="723591" y="804333"/>
            <a:ext cx="2543925" cy="5249334"/>
          </a:xfrm>
        </p:spPr>
        <p:txBody>
          <a:bodyPr>
            <a:normAutofit/>
          </a:bodyPr>
          <a:lstStyle/>
          <a:p>
            <a:pPr algn="r" fontAlgn="auto">
              <a:spcAft>
                <a:spcPts val="0"/>
              </a:spcAft>
              <a:defRPr/>
            </a:pPr>
            <a:r>
              <a:rPr lang="en-US">
                <a:solidFill>
                  <a:srgbClr val="FFFFFF"/>
                </a:solidFill>
              </a:rPr>
              <a:t>Parallelism at Process or Thread Level</a:t>
            </a:r>
          </a:p>
        </p:txBody>
      </p:sp>
      <p:sp>
        <p:nvSpPr>
          <p:cNvPr id="27651" name="Content Placeholder 2">
            <a:extLst>
              <a:ext uri="{FF2B5EF4-FFF2-40B4-BE49-F238E27FC236}">
                <a16:creationId xmlns:a16="http://schemas.microsoft.com/office/drawing/2014/main" id="{10BF43EB-E1B2-4FF1-8A22-E0979362E03E}"/>
              </a:ext>
            </a:extLst>
          </p:cNvPr>
          <p:cNvSpPr>
            <a:spLocks noGrp="1" noChangeArrowheads="1"/>
          </p:cNvSpPr>
          <p:nvPr>
            <p:ph idx="1"/>
          </p:nvPr>
        </p:nvSpPr>
        <p:spPr>
          <a:xfrm>
            <a:off x="3713286" y="804333"/>
            <a:ext cx="4729502" cy="5249334"/>
          </a:xfrm>
        </p:spPr>
        <p:txBody>
          <a:bodyPr anchor="ctr">
            <a:normAutofit/>
          </a:bodyPr>
          <a:lstStyle/>
          <a:p>
            <a:pPr>
              <a:buFont typeface="Arial" panose="020B0604020202020204" pitchFamily="34" charset="0"/>
              <a:buChar char="•"/>
            </a:pPr>
            <a:r>
              <a:rPr lang="en-US" altLang="en-US"/>
              <a:t>Each processor executes a different thread (or process) on the same or different data. </a:t>
            </a:r>
          </a:p>
          <a:p>
            <a:pPr>
              <a:buFont typeface="Arial" panose="020B0604020202020204" pitchFamily="34" charset="0"/>
              <a:buChar char="•"/>
            </a:pPr>
            <a:r>
              <a:rPr lang="en-US" altLang="en-US"/>
              <a:t>The threads may execute the same or different code. </a:t>
            </a:r>
          </a:p>
          <a:p>
            <a:pPr>
              <a:buFont typeface="Arial" panose="020B0604020202020204" pitchFamily="34" charset="0"/>
              <a:buChar char="•"/>
            </a:pPr>
            <a:r>
              <a:rPr lang="en-US" altLang="en-US"/>
              <a:t>Usually different execution threads communicate with one another as they 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77F0D-96AF-49C4-B323-5556A3B3C80E}"/>
              </a:ext>
            </a:extLst>
          </p:cNvPr>
          <p:cNvSpPr>
            <a:spLocks noGrp="1"/>
          </p:cNvSpPr>
          <p:nvPr>
            <p:ph type="title"/>
          </p:nvPr>
        </p:nvSpPr>
        <p:spPr>
          <a:xfrm>
            <a:off x="723591" y="804333"/>
            <a:ext cx="2543925" cy="5249334"/>
          </a:xfrm>
        </p:spPr>
        <p:txBody>
          <a:bodyPr>
            <a:normAutofit/>
          </a:bodyPr>
          <a:lstStyle/>
          <a:p>
            <a:pPr algn="r" fontAlgn="auto">
              <a:spcAft>
                <a:spcPts val="0"/>
              </a:spcAft>
              <a:defRPr/>
            </a:pPr>
            <a:r>
              <a:rPr lang="en-US">
                <a:solidFill>
                  <a:srgbClr val="FFFFFF"/>
                </a:solidFill>
              </a:rPr>
              <a:t>Parallelism at Process or Thread Level</a:t>
            </a:r>
          </a:p>
        </p:txBody>
      </p:sp>
      <p:sp>
        <p:nvSpPr>
          <p:cNvPr id="28675" name="Content Placeholder 2">
            <a:extLst>
              <a:ext uri="{FF2B5EF4-FFF2-40B4-BE49-F238E27FC236}">
                <a16:creationId xmlns:a16="http://schemas.microsoft.com/office/drawing/2014/main" id="{CB3A64F8-E8BD-490B-A5F5-DEE50B1041FB}"/>
              </a:ext>
            </a:extLst>
          </p:cNvPr>
          <p:cNvSpPr>
            <a:spLocks noGrp="1" noChangeArrowheads="1"/>
          </p:cNvSpPr>
          <p:nvPr>
            <p:ph idx="1"/>
          </p:nvPr>
        </p:nvSpPr>
        <p:spPr>
          <a:xfrm>
            <a:off x="3713286" y="804332"/>
            <a:ext cx="4963170" cy="5360971"/>
          </a:xfrm>
        </p:spPr>
        <p:txBody>
          <a:bodyPr anchor="ctr">
            <a:normAutofit/>
          </a:bodyPr>
          <a:lstStyle/>
          <a:p>
            <a:pPr>
              <a:buFont typeface="Arial" panose="020B0604020202020204" pitchFamily="34" charset="0"/>
              <a:buChar char="•"/>
            </a:pPr>
            <a:r>
              <a:rPr lang="en-US" altLang="en-US" dirty="0"/>
              <a:t>Thread-level parallelism (TLP) is found largely in applications written for commercial servers such as databases. </a:t>
            </a:r>
          </a:p>
          <a:p>
            <a:pPr>
              <a:buFont typeface="Arial" panose="020B0604020202020204" pitchFamily="34" charset="0"/>
              <a:buChar char="•"/>
            </a:pPr>
            <a:r>
              <a:rPr lang="en-US" altLang="en-US" dirty="0"/>
              <a:t>Running many threads at once to tolerate the high amounts of I/O and memory system latency </a:t>
            </a:r>
          </a:p>
          <a:p>
            <a:pPr lvl="1">
              <a:buFont typeface="Arial" panose="020B0604020202020204" pitchFamily="34" charset="0"/>
              <a:buChar char="•"/>
            </a:pPr>
            <a:r>
              <a:rPr lang="en-US" altLang="zh-CN" sz="1800" dirty="0"/>
              <a:t>W</a:t>
            </a:r>
            <a:r>
              <a:rPr lang="en-US" altLang="en-US" sz="1800" dirty="0"/>
              <a:t>hile a thread is delayed waiting for a memory or disk access, other threads can do useful work.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C6F3EC-4E0E-4167-B5DD-C905820A2E77}"/>
              </a:ext>
            </a:extLst>
          </p:cNvPr>
          <p:cNvSpPr>
            <a:spLocks noGrp="1"/>
          </p:cNvSpPr>
          <p:nvPr>
            <p:ph type="title"/>
          </p:nvPr>
        </p:nvSpPr>
        <p:spPr>
          <a:xfrm>
            <a:off x="723591" y="804333"/>
            <a:ext cx="2543925" cy="5249334"/>
          </a:xfrm>
        </p:spPr>
        <p:txBody>
          <a:bodyPr>
            <a:normAutofit/>
          </a:bodyPr>
          <a:lstStyle/>
          <a:p>
            <a:pPr algn="r" fontAlgn="auto">
              <a:spcAft>
                <a:spcPts val="0"/>
              </a:spcAft>
              <a:defRPr/>
            </a:pPr>
            <a:r>
              <a:rPr lang="en-US">
                <a:solidFill>
                  <a:srgbClr val="FFFFFF"/>
                </a:solidFill>
              </a:rPr>
              <a:t>Parallelism at Process or Thread Level</a:t>
            </a:r>
          </a:p>
        </p:txBody>
      </p:sp>
      <p:sp>
        <p:nvSpPr>
          <p:cNvPr id="29699" name="Content Placeholder 2">
            <a:extLst>
              <a:ext uri="{FF2B5EF4-FFF2-40B4-BE49-F238E27FC236}">
                <a16:creationId xmlns:a16="http://schemas.microsoft.com/office/drawing/2014/main" id="{CF0C4979-F7EC-42CA-805C-29C82325417C}"/>
              </a:ext>
            </a:extLst>
          </p:cNvPr>
          <p:cNvSpPr>
            <a:spLocks noGrp="1" noChangeArrowheads="1"/>
          </p:cNvSpPr>
          <p:nvPr>
            <p:ph idx="1"/>
          </p:nvPr>
        </p:nvSpPr>
        <p:spPr>
          <a:xfrm>
            <a:off x="3713286" y="804333"/>
            <a:ext cx="4729502" cy="5249334"/>
          </a:xfrm>
        </p:spPr>
        <p:txBody>
          <a:bodyPr anchor="ctr">
            <a:normAutofit/>
          </a:bodyPr>
          <a:lstStyle/>
          <a:p>
            <a:pPr>
              <a:buFont typeface="Arial" panose="020B0604020202020204" pitchFamily="34" charset="0"/>
              <a:buChar char="•"/>
            </a:pPr>
            <a:r>
              <a:rPr lang="en-US" altLang="en-US" dirty="0"/>
              <a:t>Multi-core microprocessors further enables multithreading in the desktop market. </a:t>
            </a:r>
          </a:p>
          <a:p>
            <a:pPr lvl="1">
              <a:buFont typeface="Arial" panose="020B0604020202020204" pitchFamily="34" charset="0"/>
              <a:buChar char="•"/>
            </a:pPr>
            <a:r>
              <a:rPr lang="en-US" altLang="en-US" sz="1800" dirty="0"/>
              <a:t>New applications will have to be designed to utilize multiple threads in order to benefit from the increase in potential computing power.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A5861005-6015-4F90-B57A-CE02B994A836}"/>
              </a:ext>
            </a:extLst>
          </p:cNvPr>
          <p:cNvSpPr>
            <a:spLocks noGrp="1" noChangeArrowheads="1"/>
          </p:cNvSpPr>
          <p:nvPr>
            <p:ph type="title"/>
          </p:nvPr>
        </p:nvSpPr>
        <p:spPr>
          <a:xfrm>
            <a:off x="768096" y="585216"/>
            <a:ext cx="3323844" cy="1499616"/>
          </a:xfrm>
        </p:spPr>
        <p:txBody>
          <a:bodyPr>
            <a:normAutofit/>
          </a:bodyPr>
          <a:lstStyle/>
          <a:p>
            <a:pPr fontAlgn="auto">
              <a:spcAft>
                <a:spcPts val="0"/>
              </a:spcAft>
              <a:defRPr/>
            </a:pPr>
            <a:r>
              <a:rPr lang="en-US" altLang="en-US" sz="3700">
                <a:hlinkClick r:id="rId3"/>
              </a:rPr>
              <a:t>Flynn’s Taxonomy of Parallel Architecture</a:t>
            </a:r>
            <a:endParaRPr lang="en-US" altLang="en-US" sz="3700"/>
          </a:p>
        </p:txBody>
      </p:sp>
      <p:sp>
        <p:nvSpPr>
          <p:cNvPr id="14339" name="Content Placeholder 2">
            <a:extLst>
              <a:ext uri="{FF2B5EF4-FFF2-40B4-BE49-F238E27FC236}">
                <a16:creationId xmlns:a16="http://schemas.microsoft.com/office/drawing/2014/main" id="{49FD90AF-88B4-46E3-A3EF-CD1389A90F78}"/>
              </a:ext>
            </a:extLst>
          </p:cNvPr>
          <p:cNvSpPr>
            <a:spLocks noGrp="1" noChangeArrowheads="1"/>
          </p:cNvSpPr>
          <p:nvPr>
            <p:ph idx="1"/>
          </p:nvPr>
        </p:nvSpPr>
        <p:spPr>
          <a:xfrm>
            <a:off x="768096" y="2286000"/>
            <a:ext cx="3322211" cy="3931920"/>
          </a:xfrm>
        </p:spPr>
        <p:txBody>
          <a:bodyPr rtlCol="0">
            <a:normAutofit/>
          </a:bodyPr>
          <a:lstStyle/>
          <a:p>
            <a:pPr marL="91440" indent="-91440" fontAlgn="auto">
              <a:buFont typeface="Arial" panose="020B0604020202020204" pitchFamily="34" charset="0"/>
              <a:buChar char="•"/>
              <a:defRPr/>
            </a:pPr>
            <a:r>
              <a:rPr lang="en-US" altLang="en-US"/>
              <a:t>Single instruction, single data (SISD)</a:t>
            </a:r>
          </a:p>
          <a:p>
            <a:pPr marL="91440" indent="-91440" fontAlgn="auto">
              <a:buFont typeface="Arial" panose="020B0604020202020204" pitchFamily="34" charset="0"/>
              <a:buChar char="•"/>
              <a:defRPr/>
            </a:pPr>
            <a:r>
              <a:rPr lang="en-US" altLang="en-US"/>
              <a:t>Multiple instruction, single data (MISD)</a:t>
            </a:r>
          </a:p>
          <a:p>
            <a:pPr marL="91440" indent="-91440" fontAlgn="auto">
              <a:buFont typeface="Arial" panose="020B0604020202020204" pitchFamily="34" charset="0"/>
              <a:buChar char="•"/>
              <a:defRPr/>
            </a:pPr>
            <a:r>
              <a:rPr lang="en-US" altLang="en-US"/>
              <a:t>Single instruction, multiple data (SIMD)</a:t>
            </a:r>
          </a:p>
          <a:p>
            <a:pPr marL="91440" indent="-91440" fontAlgn="auto">
              <a:buFont typeface="Arial" panose="020B0604020202020204" pitchFamily="34" charset="0"/>
              <a:buChar char="•"/>
              <a:defRPr/>
            </a:pPr>
            <a:r>
              <a:rPr lang="en-US" altLang="en-US"/>
              <a:t>Multiple instruction, multiple data (MIMD)</a:t>
            </a:r>
          </a:p>
        </p:txBody>
      </p:sp>
      <p:graphicFrame>
        <p:nvGraphicFramePr>
          <p:cNvPr id="4" name="Content Placeholder 1">
            <a:extLst>
              <a:ext uri="{FF2B5EF4-FFF2-40B4-BE49-F238E27FC236}">
                <a16:creationId xmlns:a16="http://schemas.microsoft.com/office/drawing/2014/main" id="{98B388F0-F096-49D7-97F8-435D600AB376}"/>
              </a:ext>
            </a:extLst>
          </p:cNvPr>
          <p:cNvGraphicFramePr>
            <a:graphicFrameLocks/>
          </p:cNvGraphicFramePr>
          <p:nvPr>
            <p:extLst>
              <p:ext uri="{D42A27DB-BD31-4B8C-83A1-F6EECF244321}">
                <p14:modId xmlns:p14="http://schemas.microsoft.com/office/powerpoint/2010/main" val="3321355347"/>
              </p:ext>
            </p:extLst>
          </p:nvPr>
        </p:nvGraphicFramePr>
        <p:xfrm>
          <a:off x="4283968" y="2564904"/>
          <a:ext cx="4573634" cy="2304712"/>
        </p:xfrm>
        <a:graphic>
          <a:graphicData uri="http://schemas.openxmlformats.org/drawingml/2006/table">
            <a:tbl>
              <a:tblPr firstRow="1" bandRow="1">
                <a:noFill/>
                <a:tableStyleId>{5C22544A-7EE6-4342-B048-85BDC9FD1C3A}</a:tableStyleId>
              </a:tblPr>
              <a:tblGrid>
                <a:gridCol w="964911">
                  <a:extLst>
                    <a:ext uri="{9D8B030D-6E8A-4147-A177-3AD203B41FA5}">
                      <a16:colId xmlns:a16="http://schemas.microsoft.com/office/drawing/2014/main" val="20000"/>
                    </a:ext>
                  </a:extLst>
                </a:gridCol>
                <a:gridCol w="1693863">
                  <a:extLst>
                    <a:ext uri="{9D8B030D-6E8A-4147-A177-3AD203B41FA5}">
                      <a16:colId xmlns:a16="http://schemas.microsoft.com/office/drawing/2014/main" val="20001"/>
                    </a:ext>
                  </a:extLst>
                </a:gridCol>
                <a:gridCol w="1914860">
                  <a:extLst>
                    <a:ext uri="{9D8B030D-6E8A-4147-A177-3AD203B41FA5}">
                      <a16:colId xmlns:a16="http://schemas.microsoft.com/office/drawing/2014/main" val="20002"/>
                    </a:ext>
                  </a:extLst>
                </a:gridCol>
              </a:tblGrid>
              <a:tr h="794457">
                <a:tc>
                  <a:txBody>
                    <a:bodyPr/>
                    <a:lstStyle/>
                    <a:p>
                      <a:endParaRPr lang="en-US" sz="1700" b="1" cap="none" spc="30">
                        <a:solidFill>
                          <a:schemeClr val="tx1"/>
                        </a:solidFill>
                      </a:endParaRPr>
                    </a:p>
                  </a:txBody>
                  <a:tcPr marL="0" marR="9835" marT="49175" marB="49175" anchor="ctr">
                    <a:lnL w="12700" cmpd="sng">
                      <a:noFill/>
                    </a:lnL>
                    <a:lnR w="12700" cmpd="sng">
                      <a:noFill/>
                    </a:lnR>
                    <a:lnT w="19050" cap="flat" cmpd="sng" algn="ctr">
                      <a:solidFill>
                        <a:schemeClr val="accent1"/>
                      </a:solidFill>
                      <a:prstDash val="solid"/>
                    </a:lnT>
                    <a:lnB w="38100" cmpd="sng">
                      <a:noFill/>
                    </a:lnB>
                    <a:noFill/>
                  </a:tcPr>
                </a:tc>
                <a:tc>
                  <a:txBody>
                    <a:bodyPr/>
                    <a:lstStyle/>
                    <a:p>
                      <a:r>
                        <a:rPr lang="en-US" altLang="zh-CN" sz="1700" b="1" cap="none" spc="30" dirty="0">
                          <a:solidFill>
                            <a:schemeClr val="tx1"/>
                          </a:solidFill>
                        </a:rPr>
                        <a:t>1 instruction flow</a:t>
                      </a:r>
                      <a:endParaRPr lang="en-US" sz="1700" b="1" cap="none" spc="30" dirty="0">
                        <a:solidFill>
                          <a:schemeClr val="tx1"/>
                        </a:solidFill>
                      </a:endParaRPr>
                    </a:p>
                  </a:txBody>
                  <a:tcPr marL="0" marR="9835" marT="49175" marB="49175" anchor="ctr">
                    <a:lnL w="12700" cmpd="sng">
                      <a:noFill/>
                    </a:lnL>
                    <a:lnR w="12700" cmpd="sng">
                      <a:noFill/>
                    </a:lnR>
                    <a:lnT w="19050" cap="flat" cmpd="sng" algn="ctr">
                      <a:solidFill>
                        <a:schemeClr val="accent1"/>
                      </a:solidFill>
                      <a:prstDash val="solid"/>
                    </a:lnT>
                    <a:lnB w="38100" cmpd="sng">
                      <a:noFill/>
                    </a:lnB>
                    <a:noFill/>
                  </a:tcPr>
                </a:tc>
                <a:tc>
                  <a:txBody>
                    <a:bodyPr/>
                    <a:lstStyle/>
                    <a:p>
                      <a:r>
                        <a:rPr lang="en-US" sz="1700" b="1" cap="none" spc="30" dirty="0">
                          <a:solidFill>
                            <a:schemeClr val="tx1"/>
                          </a:solidFill>
                        </a:rPr>
                        <a:t>&gt; 1 instruction flow</a:t>
                      </a:r>
                    </a:p>
                  </a:txBody>
                  <a:tcPr marL="0" marR="9835" marT="49175" marB="49175" anchor="ctr">
                    <a:lnL w="12700" cmpd="sng">
                      <a:noFill/>
                    </a:lnL>
                    <a:lnR w="12700" cmpd="sng">
                      <a:noFill/>
                    </a:lnR>
                    <a:lnT w="19050" cap="flat" cmpd="sng" algn="ctr">
                      <a:solidFill>
                        <a:schemeClr val="accent1"/>
                      </a:solidFill>
                      <a:prstDash val="solid"/>
                    </a:lnT>
                    <a:lnB w="38100" cmpd="sng">
                      <a:noFill/>
                    </a:lnB>
                    <a:noFill/>
                  </a:tcPr>
                </a:tc>
                <a:extLst>
                  <a:ext uri="{0D108BD9-81ED-4DB2-BD59-A6C34878D82A}">
                    <a16:rowId xmlns:a16="http://schemas.microsoft.com/office/drawing/2014/main" val="10000"/>
                  </a:ext>
                </a:extLst>
              </a:tr>
              <a:tr h="637139">
                <a:tc>
                  <a:txBody>
                    <a:bodyPr/>
                    <a:lstStyle/>
                    <a:p>
                      <a:r>
                        <a:rPr lang="en-US" sz="1300" cap="none" spc="0">
                          <a:solidFill>
                            <a:schemeClr val="tx1"/>
                          </a:solidFill>
                        </a:rPr>
                        <a:t>1 data stream</a:t>
                      </a:r>
                    </a:p>
                  </a:txBody>
                  <a:tcPr marL="0" marR="98349" marT="49175" marB="49175">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r>
                        <a:rPr lang="en-US" sz="1300" cap="none" spc="0">
                          <a:solidFill>
                            <a:schemeClr val="tx1"/>
                          </a:solidFill>
                        </a:rPr>
                        <a:t>SISD</a:t>
                      </a:r>
                      <a:br>
                        <a:rPr lang="en-US" sz="1300" cap="none" spc="0">
                          <a:solidFill>
                            <a:schemeClr val="tx1"/>
                          </a:solidFill>
                        </a:rPr>
                      </a:br>
                      <a:r>
                        <a:rPr lang="en-US" sz="1300" cap="none" spc="0">
                          <a:solidFill>
                            <a:schemeClr val="tx1"/>
                          </a:solidFill>
                        </a:rPr>
                        <a:t>(Von Neumann)</a:t>
                      </a:r>
                    </a:p>
                  </a:txBody>
                  <a:tcPr marL="0" marR="98349" marT="49175" marB="49175">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r>
                        <a:rPr lang="en-US" sz="1300" cap="none" spc="0">
                          <a:solidFill>
                            <a:schemeClr val="tx1"/>
                          </a:solidFill>
                        </a:rPr>
                        <a:t>MISD</a:t>
                      </a:r>
                    </a:p>
                    <a:p>
                      <a:r>
                        <a:rPr lang="en-US" sz="1300" cap="none" spc="0">
                          <a:solidFill>
                            <a:schemeClr val="tx1"/>
                          </a:solidFill>
                        </a:rPr>
                        <a:t>(Pipeline)</a:t>
                      </a:r>
                    </a:p>
                  </a:txBody>
                  <a:tcPr marL="0" marR="98349" marT="49175" marB="49175">
                    <a:lnL w="12700" cmpd="sng">
                      <a:noFill/>
                      <a:prstDash val="solid"/>
                    </a:lnL>
                    <a:lnR w="12700" cmpd="sng">
                      <a:noFill/>
                      <a:prstDash val="solid"/>
                    </a:lnR>
                    <a:lnT w="38100" cmpd="sng">
                      <a:noFill/>
                    </a:lnT>
                    <a:lnB w="9525" cap="flat" cmpd="sng" algn="ctr">
                      <a:solidFill>
                        <a:schemeClr val="accent1"/>
                      </a:solidFill>
                      <a:prstDash val="solid"/>
                    </a:lnB>
                    <a:noFill/>
                  </a:tcPr>
                </a:tc>
                <a:extLst>
                  <a:ext uri="{0D108BD9-81ED-4DB2-BD59-A6C34878D82A}">
                    <a16:rowId xmlns:a16="http://schemas.microsoft.com/office/drawing/2014/main" val="10001"/>
                  </a:ext>
                </a:extLst>
              </a:tr>
              <a:tr h="873116">
                <a:tc>
                  <a:txBody>
                    <a:bodyPr/>
                    <a:lstStyle/>
                    <a:p>
                      <a:r>
                        <a:rPr lang="en-US" sz="1300" cap="none" spc="0">
                          <a:solidFill>
                            <a:schemeClr val="tx1"/>
                          </a:solidFill>
                        </a:rPr>
                        <a:t>&gt; 1 data stream</a:t>
                      </a:r>
                    </a:p>
                  </a:txBody>
                  <a:tcPr marL="49175" marR="98349" marT="49175" marB="4917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r>
                        <a:rPr lang="en-US" sz="1300" cap="none" spc="0" dirty="0">
                          <a:solidFill>
                            <a:schemeClr val="tx1"/>
                          </a:solidFill>
                        </a:rPr>
                        <a:t>SIMD</a:t>
                      </a:r>
                    </a:p>
                    <a:p>
                      <a:r>
                        <a:rPr lang="en-US" sz="1300" cap="none" spc="0" dirty="0">
                          <a:solidFill>
                            <a:schemeClr val="tx1"/>
                          </a:solidFill>
                        </a:rPr>
                        <a:t>(GPU computing)</a:t>
                      </a:r>
                    </a:p>
                  </a:txBody>
                  <a:tcPr marL="49175" marR="98349" marT="49175" marB="4917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r>
                        <a:rPr lang="en-US" sz="1300" cap="none" spc="0" dirty="0">
                          <a:solidFill>
                            <a:schemeClr val="tx1"/>
                          </a:solidFill>
                        </a:rPr>
                        <a:t>MIMD</a:t>
                      </a:r>
                    </a:p>
                    <a:p>
                      <a:r>
                        <a:rPr lang="en-US" sz="1300" cap="none" spc="0" dirty="0">
                          <a:solidFill>
                            <a:schemeClr val="tx1"/>
                          </a:solidFill>
                        </a:rPr>
                        <a:t>(Distributed/Multi-core)</a:t>
                      </a:r>
                    </a:p>
                  </a:txBody>
                  <a:tcPr marL="49175" marR="98349" marT="49175" marB="49175">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23E904-8AEB-488D-91A0-1BC541BC0681}"/>
              </a:ext>
            </a:extLst>
          </p:cNvPr>
          <p:cNvSpPr>
            <a:spLocks noGrp="1"/>
          </p:cNvSpPr>
          <p:nvPr>
            <p:ph type="title"/>
          </p:nvPr>
        </p:nvSpPr>
        <p:spPr>
          <a:xfrm>
            <a:off x="723591" y="804333"/>
            <a:ext cx="2543925" cy="5249334"/>
          </a:xfrm>
        </p:spPr>
        <p:txBody>
          <a:bodyPr>
            <a:normAutofit/>
          </a:bodyPr>
          <a:lstStyle/>
          <a:p>
            <a:pPr algn="r" fontAlgn="auto">
              <a:spcAft>
                <a:spcPts val="0"/>
              </a:spcAft>
              <a:defRPr/>
            </a:pPr>
            <a:r>
              <a:rPr lang="en-US" altLang="en-US" sz="4100"/>
              <a:t>Single Instruction, Single data (SISD)</a:t>
            </a:r>
            <a:endParaRPr lang="en-US" sz="4100"/>
          </a:p>
        </p:txBody>
      </p:sp>
      <p:cxnSp>
        <p:nvCxnSpPr>
          <p:cNvPr id="74" name="Straight Connector 73">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771" name="Content Placeholder 2">
            <a:extLst>
              <a:ext uri="{FF2B5EF4-FFF2-40B4-BE49-F238E27FC236}">
                <a16:creationId xmlns:a16="http://schemas.microsoft.com/office/drawing/2014/main" id="{8A3FBBA6-DFB3-4920-953A-0FA875A79A0E}"/>
              </a:ext>
            </a:extLst>
          </p:cNvPr>
          <p:cNvSpPr>
            <a:spLocks noGrp="1" noChangeArrowheads="1"/>
          </p:cNvSpPr>
          <p:nvPr>
            <p:ph idx="1"/>
          </p:nvPr>
        </p:nvSpPr>
        <p:spPr>
          <a:xfrm>
            <a:off x="3749497" y="804332"/>
            <a:ext cx="5070975" cy="5504987"/>
          </a:xfrm>
        </p:spPr>
        <p:txBody>
          <a:bodyPr anchor="ctr">
            <a:normAutofit/>
          </a:bodyPr>
          <a:lstStyle/>
          <a:p>
            <a:pPr>
              <a:buFont typeface="Arial" panose="020B0604020202020204" pitchFamily="34" charset="0"/>
              <a:buChar char="•"/>
            </a:pPr>
            <a:r>
              <a:rPr lang="en-US" altLang="en-US" dirty="0"/>
              <a:t>One CPU containing a single arithmetic-logic unit capable of only scalar arithmetic.</a:t>
            </a:r>
          </a:p>
          <a:p>
            <a:pPr lvl="1">
              <a:buFont typeface="Arial" panose="020B0604020202020204" pitchFamily="34" charset="0"/>
              <a:buChar char="•"/>
            </a:pPr>
            <a:r>
              <a:rPr lang="en-US" altLang="en-US" sz="1800" dirty="0"/>
              <a:t>May have more than one functional unit, but all functional units are controlled by a single control unit.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D807A7-443F-4A30-B30B-DA437E9E8042}"/>
              </a:ext>
            </a:extLst>
          </p:cNvPr>
          <p:cNvSpPr>
            <a:spLocks noGrp="1"/>
          </p:cNvSpPr>
          <p:nvPr>
            <p:ph type="title"/>
          </p:nvPr>
        </p:nvSpPr>
        <p:spPr>
          <a:xfrm>
            <a:off x="723591" y="804333"/>
            <a:ext cx="2543925" cy="5249334"/>
          </a:xfrm>
        </p:spPr>
        <p:txBody>
          <a:bodyPr>
            <a:normAutofit/>
          </a:bodyPr>
          <a:lstStyle/>
          <a:p>
            <a:pPr algn="r" fontAlgn="auto">
              <a:spcAft>
                <a:spcPts val="0"/>
              </a:spcAft>
              <a:defRPr/>
            </a:pPr>
            <a:r>
              <a:rPr lang="en-US" sz="4100"/>
              <a:t>Multiple Instruction, Single Data (MISD)</a:t>
            </a:r>
          </a:p>
        </p:txBody>
      </p:sp>
      <p:cxnSp>
        <p:nvCxnSpPr>
          <p:cNvPr id="74" name="Straight Connector 73">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795" name="Content Placeholder 2">
            <a:extLst>
              <a:ext uri="{FF2B5EF4-FFF2-40B4-BE49-F238E27FC236}">
                <a16:creationId xmlns:a16="http://schemas.microsoft.com/office/drawing/2014/main" id="{66681218-08F8-49F6-B1EB-F4ABC2BC2B0C}"/>
              </a:ext>
            </a:extLst>
          </p:cNvPr>
          <p:cNvSpPr>
            <a:spLocks noGrp="1" noChangeArrowheads="1"/>
          </p:cNvSpPr>
          <p:nvPr>
            <p:ph idx="1"/>
          </p:nvPr>
        </p:nvSpPr>
        <p:spPr>
          <a:xfrm>
            <a:off x="3749497" y="804333"/>
            <a:ext cx="4693291" cy="5249334"/>
          </a:xfrm>
        </p:spPr>
        <p:txBody>
          <a:bodyPr anchor="ctr">
            <a:normAutofit/>
          </a:bodyPr>
          <a:lstStyle/>
          <a:p>
            <a:pPr>
              <a:buFont typeface="Arial" panose="020B0604020202020204" pitchFamily="34" charset="0"/>
              <a:buChar char="•"/>
            </a:pPr>
            <a:r>
              <a:rPr lang="en-US" altLang="en-US" dirty="0"/>
              <a:t>n processor units each receiving distinct instruction operating over the same data stream.</a:t>
            </a:r>
          </a:p>
          <a:p>
            <a:pPr lvl="1">
              <a:buFont typeface="Arial" panose="020B0604020202020204" pitchFamily="34" charset="0"/>
              <a:buChar char="•"/>
            </a:pPr>
            <a:r>
              <a:rPr lang="en-US" altLang="en-US" sz="1800" dirty="0"/>
              <a:t>An uncommon architecture generally used for fault tolerance. </a:t>
            </a:r>
          </a:p>
          <a:p>
            <a:pPr lvl="1">
              <a:buFont typeface="Arial" panose="020B0604020202020204" pitchFamily="34" charset="0"/>
              <a:buChar char="•"/>
            </a:pPr>
            <a:r>
              <a:rPr lang="en-US" altLang="en-US" sz="1800" dirty="0"/>
              <a:t>Heterogeneous systems operate on the same data stream and must agree on the result. </a:t>
            </a:r>
          </a:p>
          <a:p>
            <a:pPr lvl="1">
              <a:buFont typeface="Arial" panose="020B0604020202020204" pitchFamily="34" charset="0"/>
              <a:buChar char="•"/>
            </a:pPr>
            <a:r>
              <a:rPr lang="en-US" altLang="en-US" sz="1800" dirty="0"/>
              <a:t>Examples include the Space Shuttle flight control computer.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E291E9-34FF-49D2-AB9F-F0370C24E050}"/>
              </a:ext>
            </a:extLst>
          </p:cNvPr>
          <p:cNvSpPr>
            <a:spLocks noGrp="1"/>
          </p:cNvSpPr>
          <p:nvPr>
            <p:ph type="title"/>
          </p:nvPr>
        </p:nvSpPr>
        <p:spPr>
          <a:xfrm>
            <a:off x="723591" y="804333"/>
            <a:ext cx="2543925" cy="5249334"/>
          </a:xfrm>
        </p:spPr>
        <p:txBody>
          <a:bodyPr>
            <a:normAutofit/>
          </a:bodyPr>
          <a:lstStyle/>
          <a:p>
            <a:pPr algn="r" fontAlgn="auto">
              <a:spcAft>
                <a:spcPts val="0"/>
              </a:spcAft>
              <a:defRPr/>
            </a:pPr>
            <a:r>
              <a:rPr lang="en-US" sz="4100"/>
              <a:t>Single Instruction, Multiple Data (SIMD)</a:t>
            </a:r>
          </a:p>
        </p:txBody>
      </p:sp>
      <p:cxnSp>
        <p:nvCxnSpPr>
          <p:cNvPr id="74" name="Straight Connector 73">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4819" name="Content Placeholder 2">
            <a:extLst>
              <a:ext uri="{FF2B5EF4-FFF2-40B4-BE49-F238E27FC236}">
                <a16:creationId xmlns:a16="http://schemas.microsoft.com/office/drawing/2014/main" id="{13AF7892-C569-483B-BABD-0E6D381DADD0}"/>
              </a:ext>
            </a:extLst>
          </p:cNvPr>
          <p:cNvSpPr>
            <a:spLocks noGrp="1" noChangeArrowheads="1"/>
          </p:cNvSpPr>
          <p:nvPr>
            <p:ph idx="1"/>
          </p:nvPr>
        </p:nvSpPr>
        <p:spPr>
          <a:xfrm>
            <a:off x="3749497" y="804332"/>
            <a:ext cx="4782941" cy="5432979"/>
          </a:xfrm>
        </p:spPr>
        <p:txBody>
          <a:bodyPr anchor="ctr">
            <a:normAutofit/>
          </a:bodyPr>
          <a:lstStyle/>
          <a:p>
            <a:pPr>
              <a:buFont typeface="Arial" panose="020B0604020202020204" pitchFamily="34" charset="0"/>
              <a:buChar char="•"/>
            </a:pPr>
            <a:r>
              <a:rPr lang="en-US" altLang="en-US" dirty="0"/>
              <a:t>Multiple processing units and one control unit. All processing units received the same instruction from the control unit but operate on different data sets from distinct data streams.</a:t>
            </a:r>
          </a:p>
          <a:p>
            <a:pPr lvl="1">
              <a:buFont typeface="Arial" panose="020B0604020202020204" pitchFamily="34" charset="0"/>
              <a:buChar char="•"/>
            </a:pPr>
            <a:r>
              <a:rPr lang="en-US" altLang="en-US" sz="1800" dirty="0"/>
              <a:t>Instructions can be executed sequentially, such as by pipelining, or in parallel by multiple functional units.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220B85-5AD1-4F2C-BF0A-6BA42E220DF5}"/>
              </a:ext>
            </a:extLst>
          </p:cNvPr>
          <p:cNvSpPr>
            <a:spLocks noGrp="1"/>
          </p:cNvSpPr>
          <p:nvPr>
            <p:ph type="title"/>
          </p:nvPr>
        </p:nvSpPr>
        <p:spPr>
          <a:xfrm>
            <a:off x="723591" y="804333"/>
            <a:ext cx="2543925" cy="5249334"/>
          </a:xfrm>
        </p:spPr>
        <p:txBody>
          <a:bodyPr>
            <a:normAutofit/>
          </a:bodyPr>
          <a:lstStyle/>
          <a:p>
            <a:pPr algn="r" fontAlgn="auto">
              <a:spcAft>
                <a:spcPts val="0"/>
              </a:spcAft>
              <a:defRPr/>
            </a:pPr>
            <a:r>
              <a:rPr lang="fr-FR" sz="4100"/>
              <a:t>Multiple Instruction, Multiple Data (MIMD)</a:t>
            </a:r>
            <a:endParaRPr lang="en-US" sz="4100"/>
          </a:p>
        </p:txBody>
      </p:sp>
      <p:cxnSp>
        <p:nvCxnSpPr>
          <p:cNvPr id="74" name="Straight Connector 73">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5843" name="Content Placeholder 2">
            <a:extLst>
              <a:ext uri="{FF2B5EF4-FFF2-40B4-BE49-F238E27FC236}">
                <a16:creationId xmlns:a16="http://schemas.microsoft.com/office/drawing/2014/main" id="{6FBD6A08-2439-4FCC-A92A-D70A49087D85}"/>
              </a:ext>
            </a:extLst>
          </p:cNvPr>
          <p:cNvSpPr>
            <a:spLocks noGrp="1" noChangeArrowheads="1"/>
          </p:cNvSpPr>
          <p:nvPr>
            <p:ph idx="1"/>
          </p:nvPr>
        </p:nvSpPr>
        <p:spPr>
          <a:xfrm>
            <a:off x="3749497" y="804332"/>
            <a:ext cx="4926956" cy="5504987"/>
          </a:xfrm>
        </p:spPr>
        <p:txBody>
          <a:bodyPr anchor="ctr">
            <a:normAutofit/>
          </a:bodyPr>
          <a:lstStyle/>
          <a:p>
            <a:pPr>
              <a:buFont typeface="Arial" panose="020B0604020202020204" pitchFamily="34" charset="0"/>
              <a:buChar char="•"/>
            </a:pPr>
            <a:r>
              <a:rPr lang="en-US" altLang="en-US" dirty="0"/>
              <a:t>More than one processor unit having the ability to execute several programs simultaneously.</a:t>
            </a:r>
          </a:p>
          <a:p>
            <a:pPr lvl="1">
              <a:buFont typeface="Arial" panose="020B0604020202020204" pitchFamily="34" charset="0"/>
              <a:buChar char="•"/>
            </a:pPr>
            <a:r>
              <a:rPr lang="en-US" altLang="en-US" sz="1800" dirty="0"/>
              <a:t>Include multi-core superscalar processors, and distributed systems, using either one shared memory space or a distributed memory space.</a:t>
            </a:r>
          </a:p>
          <a:p>
            <a:pPr>
              <a:buFont typeface="Arial" panose="020B0604020202020204" pitchFamily="34" charset="0"/>
              <a:buChar char="•"/>
            </a:pPr>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3B9F-22F0-4EA2-AEFF-0FFBC55FAF26}"/>
              </a:ext>
            </a:extLst>
          </p:cNvPr>
          <p:cNvSpPr>
            <a:spLocks noGrp="1"/>
          </p:cNvSpPr>
          <p:nvPr>
            <p:ph type="title"/>
          </p:nvPr>
        </p:nvSpPr>
        <p:spPr/>
        <p:txBody>
          <a:bodyPr/>
          <a:lstStyle/>
          <a:p>
            <a:r>
              <a:rPr lang="en-MY" dirty="0"/>
              <a:t>SOME ISSUES &amp; Challenges of PARALLEISM</a:t>
            </a:r>
          </a:p>
        </p:txBody>
      </p:sp>
      <p:sp>
        <p:nvSpPr>
          <p:cNvPr id="4" name="Picture Placeholder 3">
            <a:extLst>
              <a:ext uri="{FF2B5EF4-FFF2-40B4-BE49-F238E27FC236}">
                <a16:creationId xmlns:a16="http://schemas.microsoft.com/office/drawing/2014/main" id="{ADE687F4-FAF5-428A-AA0B-18820D211657}"/>
              </a:ext>
            </a:extLst>
          </p:cNvPr>
          <p:cNvSpPr>
            <a:spLocks noGrp="1"/>
          </p:cNvSpPr>
          <p:nvPr>
            <p:ph type="pic" idx="1"/>
          </p:nvPr>
        </p:nvSpPr>
        <p:spPr/>
        <p:txBody>
          <a:bodyPr/>
          <a:lstStyle/>
          <a:p>
            <a:endParaRPr lang="en-MY"/>
          </a:p>
        </p:txBody>
      </p:sp>
      <p:sp>
        <p:nvSpPr>
          <p:cNvPr id="5" name="Text Placeholder 4">
            <a:extLst>
              <a:ext uri="{FF2B5EF4-FFF2-40B4-BE49-F238E27FC236}">
                <a16:creationId xmlns:a16="http://schemas.microsoft.com/office/drawing/2014/main" id="{D3553273-AEB1-48A7-A17B-28F71AF7CCE3}"/>
              </a:ext>
            </a:extLst>
          </p:cNvPr>
          <p:cNvSpPr>
            <a:spLocks noGrp="1"/>
          </p:cNvSpPr>
          <p:nvPr>
            <p:ph type="body" sz="half" idx="2"/>
          </p:nvPr>
        </p:nvSpPr>
        <p:spPr/>
        <p:txBody>
          <a:bodyPr/>
          <a:lstStyle/>
          <a:p>
            <a:endParaRPr lang="en-MY"/>
          </a:p>
        </p:txBody>
      </p:sp>
    </p:spTree>
    <p:extLst>
      <p:ext uri="{BB962C8B-B14F-4D97-AF65-F5344CB8AC3E}">
        <p14:creationId xmlns:p14="http://schemas.microsoft.com/office/powerpoint/2010/main" val="2198220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8" name="Title 1">
            <a:extLst>
              <a:ext uri="{FF2B5EF4-FFF2-40B4-BE49-F238E27FC236}">
                <a16:creationId xmlns:a16="http://schemas.microsoft.com/office/drawing/2014/main" id="{B790FBE1-FA58-4A86-B6B4-EE5459ED1D53}"/>
              </a:ext>
            </a:extLst>
          </p:cNvPr>
          <p:cNvSpPr>
            <a:spLocks noGrp="1"/>
          </p:cNvSpPr>
          <p:nvPr>
            <p:ph type="title"/>
          </p:nvPr>
        </p:nvSpPr>
        <p:spPr>
          <a:xfrm>
            <a:off x="723591" y="804333"/>
            <a:ext cx="2543925" cy="5249334"/>
          </a:xfrm>
        </p:spPr>
        <p:txBody>
          <a:bodyPr>
            <a:normAutofit/>
          </a:bodyPr>
          <a:lstStyle/>
          <a:p>
            <a:pPr algn="r" eaLnBrk="1" hangingPunct="1">
              <a:defRPr/>
            </a:pPr>
            <a:r>
              <a:rPr lang="en-US" altLang="en-US">
                <a:solidFill>
                  <a:srgbClr val="FFFFFF"/>
                </a:solidFill>
              </a:rPr>
              <a:t>Amdahl's Law</a:t>
            </a:r>
          </a:p>
        </p:txBody>
      </p:sp>
      <p:sp>
        <p:nvSpPr>
          <p:cNvPr id="44039" name="Content Placeholder 2">
            <a:extLst>
              <a:ext uri="{FF2B5EF4-FFF2-40B4-BE49-F238E27FC236}">
                <a16:creationId xmlns:a16="http://schemas.microsoft.com/office/drawing/2014/main" id="{867ED9DF-03E2-4C3F-B631-2A8012786486}"/>
              </a:ext>
            </a:extLst>
          </p:cNvPr>
          <p:cNvSpPr>
            <a:spLocks noGrp="1" noChangeArrowheads="1"/>
          </p:cNvSpPr>
          <p:nvPr>
            <p:ph idx="1"/>
          </p:nvPr>
        </p:nvSpPr>
        <p:spPr>
          <a:xfrm>
            <a:off x="3713286" y="804333"/>
            <a:ext cx="4729502" cy="5249334"/>
          </a:xfrm>
        </p:spPr>
        <p:txBody>
          <a:bodyPr anchor="ctr">
            <a:normAutofit/>
          </a:bodyPr>
          <a:lstStyle/>
          <a:p>
            <a:pPr eaLnBrk="1" hangingPunct="1"/>
            <a:r>
              <a:rPr lang="en-US" altLang="en-US" sz="1900"/>
              <a:t>Amdahl's Law is a law governing the </a:t>
            </a:r>
            <a:r>
              <a:rPr lang="en-US" altLang="en-US" sz="1900" i="1"/>
              <a:t>speedup</a:t>
            </a:r>
            <a:r>
              <a:rPr lang="en-US" altLang="en-US" sz="1900"/>
              <a:t> of using parallel processors on a problem, versus using only one serial processor.</a:t>
            </a:r>
          </a:p>
          <a:p>
            <a:pPr eaLnBrk="1" hangingPunct="1"/>
            <a:r>
              <a:rPr lang="en-US" altLang="en-US" sz="1900"/>
              <a:t>The speed of a program is the time it takes the program to execute. </a:t>
            </a:r>
          </a:p>
          <a:p>
            <a:pPr eaLnBrk="1" hangingPunct="1"/>
            <a:r>
              <a:rPr lang="en-US" altLang="en-US" sz="1900"/>
              <a:t>Speedup S(n) is defined as the time it takes a program to execute in serial (with one processor) divided by the time it takes to execute in parallel (with many processors). </a:t>
            </a:r>
          </a:p>
          <a:p>
            <a:pPr eaLnBrk="1" hangingPunct="1"/>
            <a:r>
              <a:rPr lang="en-MY" altLang="en-US" sz="1900"/>
              <a:t>Let the function T (n) represent the time a program takes to execute with n processors. The speedup computed by Amdahl’s law is a comparison between T (1), the time on a uniprocessor, and T (n), the time on a multiprocessor with n processors.</a:t>
            </a:r>
          </a:p>
          <a:p>
            <a:pPr eaLnBrk="1" hangingPunct="1"/>
            <a:r>
              <a:rPr lang="en-US" altLang="en-US" sz="1900"/>
              <a:t>S(n) =T(1) / T(n)</a:t>
            </a:r>
          </a:p>
          <a:p>
            <a:pPr eaLnBrk="1" hangingPunct="1"/>
            <a:endParaRPr lang="en-US" altLang="en-US" sz="19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D7D83550-5AD8-4150-951A-CBD34A6FF03E}"/>
              </a:ext>
            </a:extLst>
          </p:cNvPr>
          <p:cNvSpPr>
            <a:spLocks noGrp="1"/>
          </p:cNvSpPr>
          <p:nvPr>
            <p:ph type="title"/>
          </p:nvPr>
        </p:nvSpPr>
        <p:spPr>
          <a:xfrm>
            <a:off x="768096" y="585216"/>
            <a:ext cx="6013704" cy="1499616"/>
          </a:xfrm>
        </p:spPr>
        <p:txBody>
          <a:bodyPr>
            <a:normAutofit/>
          </a:bodyPr>
          <a:lstStyle/>
          <a:p>
            <a:pPr eaLnBrk="1" hangingPunct="1">
              <a:defRPr/>
            </a:pPr>
            <a:endParaRPr lang="en-US" altLang="en-US"/>
          </a:p>
        </p:txBody>
      </p:sp>
      <p:sp>
        <p:nvSpPr>
          <p:cNvPr id="3" name="Content Placeholder 2">
            <a:extLst>
              <a:ext uri="{FF2B5EF4-FFF2-40B4-BE49-F238E27FC236}">
                <a16:creationId xmlns:a16="http://schemas.microsoft.com/office/drawing/2014/main" id="{20AF07C4-D3FD-4E6D-89DB-0070C8DE9DD4}"/>
              </a:ext>
            </a:extLst>
          </p:cNvPr>
          <p:cNvSpPr>
            <a:spLocks noGrp="1"/>
          </p:cNvSpPr>
          <p:nvPr>
            <p:ph idx="1"/>
          </p:nvPr>
        </p:nvSpPr>
        <p:spPr>
          <a:xfrm>
            <a:off x="768096" y="2286000"/>
            <a:ext cx="6013703" cy="4023360"/>
          </a:xfrm>
        </p:spPr>
        <p:txBody>
          <a:bodyPr>
            <a:normAutofit/>
          </a:bodyPr>
          <a:lstStyle/>
          <a:p>
            <a:pPr eaLnBrk="1" hangingPunct="1">
              <a:defRPr/>
            </a:pPr>
            <a:r>
              <a:rPr lang="en-US" sz="1700"/>
              <a:t>If we know what fraction of T(1) is spent computing parallelizable code, we can determine T(n) in terms of T(1).</a:t>
            </a:r>
          </a:p>
          <a:p>
            <a:pPr eaLnBrk="1" hangingPunct="1">
              <a:defRPr/>
            </a:pPr>
            <a:r>
              <a:rPr lang="en-US" sz="1700"/>
              <a:t>If p is the parallel fraction of T(1), then it takes </a:t>
            </a:r>
            <a:r>
              <a:rPr lang="en-US" sz="1700" err="1"/>
              <a:t>p.T</a:t>
            </a:r>
            <a:r>
              <a:rPr lang="en-US" sz="1700"/>
              <a:t>(1) units of time to run the parallel part and (1-p).T(1) units of time to run the sequential part. </a:t>
            </a:r>
          </a:p>
          <a:p>
            <a:pPr eaLnBrk="1" hangingPunct="1">
              <a:defRPr/>
            </a:pPr>
            <a:r>
              <a:rPr lang="en-US" sz="1700"/>
              <a:t>Dividing the parallel time across all n processors, </a:t>
            </a:r>
            <a:r>
              <a:rPr lang="de-DE" sz="1700"/>
              <a:t>we form T(n) = </a:t>
            </a:r>
            <a:r>
              <a:rPr lang="de-DE" sz="1700">
                <a:highlight>
                  <a:srgbClr val="FFFF00"/>
                </a:highlight>
              </a:rPr>
              <a:t>T(1)(1 - p)</a:t>
            </a:r>
            <a:r>
              <a:rPr lang="de-DE" sz="1700"/>
              <a:t> + </a:t>
            </a:r>
            <a:r>
              <a:rPr lang="de-DE" sz="1700">
                <a:highlight>
                  <a:srgbClr val="00FF00"/>
                </a:highlight>
              </a:rPr>
              <a:t>T(1)p/n</a:t>
            </a:r>
            <a:r>
              <a:rPr lang="en-US" sz="1700"/>
              <a:t>.</a:t>
            </a:r>
          </a:p>
          <a:p>
            <a:pPr eaLnBrk="1" hangingPunct="1">
              <a:defRPr/>
            </a:pPr>
            <a:r>
              <a:rPr lang="en-US" sz="1700"/>
              <a:t>Substituting into S(n) = T(1) / T(n)</a:t>
            </a:r>
          </a:p>
          <a:p>
            <a:pPr marL="0" indent="0" eaLnBrk="1" hangingPunct="1">
              <a:buFont typeface="Wingdings" panose="05000000000000000000" pitchFamily="2" charset="2"/>
              <a:buNone/>
              <a:defRPr/>
            </a:pPr>
            <a:r>
              <a:rPr lang="en-US" sz="1700"/>
              <a:t>     S(n) = T(1) / (T(1)(1-p) + T(1)p/n)</a:t>
            </a:r>
          </a:p>
          <a:p>
            <a:pPr eaLnBrk="1" hangingPunct="1">
              <a:defRPr/>
            </a:pPr>
            <a:r>
              <a:rPr lang="en-US" sz="1700"/>
              <a:t>S(n) &lt;= 1/((1-p) + p/n)</a:t>
            </a:r>
          </a:p>
          <a:p>
            <a:pPr eaLnBrk="1" hangingPunct="1">
              <a:defRPr/>
            </a:pPr>
            <a:r>
              <a:rPr lang="en-US" sz="1700"/>
              <a:t>Lim(n-&gt;∞) S(n) = 1/(1-p)</a:t>
            </a:r>
          </a:p>
          <a:p>
            <a:pPr eaLnBrk="1" hangingPunct="1">
              <a:defRPr/>
            </a:pPr>
            <a:endParaRPr lang="en-US" sz="1700"/>
          </a:p>
        </p:txBody>
      </p:sp>
      <p:sp>
        <p:nvSpPr>
          <p:cNvPr id="71" name="Rectangle 70">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C64C65-ADE5-4DB5-BC3B-0CE28C08FE08}"/>
              </a:ext>
            </a:extLst>
          </p:cNvPr>
          <p:cNvSpPr>
            <a:spLocks noGrp="1"/>
          </p:cNvSpPr>
          <p:nvPr>
            <p:ph type="title"/>
          </p:nvPr>
        </p:nvSpPr>
        <p:spPr/>
        <p:txBody>
          <a:bodyPr/>
          <a:lstStyle/>
          <a:p>
            <a:endParaRPr lang="en-MY"/>
          </a:p>
        </p:txBody>
      </p:sp>
      <p:sp>
        <p:nvSpPr>
          <p:cNvPr id="4" name="Text Placeholder 3">
            <a:extLst>
              <a:ext uri="{FF2B5EF4-FFF2-40B4-BE49-F238E27FC236}">
                <a16:creationId xmlns:a16="http://schemas.microsoft.com/office/drawing/2014/main" id="{6875EB45-7F57-44EA-8EB6-479DE7EF7945}"/>
              </a:ext>
            </a:extLst>
          </p:cNvPr>
          <p:cNvSpPr>
            <a:spLocks noGrp="1"/>
          </p:cNvSpPr>
          <p:nvPr>
            <p:ph type="body" idx="1"/>
          </p:nvPr>
        </p:nvSpPr>
        <p:spPr/>
        <p:txBody>
          <a:bodyPr/>
          <a:lstStyle/>
          <a:p>
            <a:endParaRPr lang="en-MY"/>
          </a:p>
        </p:txBody>
      </p:sp>
      <p:pic>
        <p:nvPicPr>
          <p:cNvPr id="46083" name="Content Placeholder 3">
            <a:extLst>
              <a:ext uri="{FF2B5EF4-FFF2-40B4-BE49-F238E27FC236}">
                <a16:creationId xmlns:a16="http://schemas.microsoft.com/office/drawing/2014/main" id="{AE6A3C49-E984-48BB-85C6-3031A6A682B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a:xfrm>
            <a:off x="768413" y="2272403"/>
            <a:ext cx="3565525" cy="1583002"/>
          </a:xfrm>
          <a:prstGeom prst="rect">
            <a:avLst/>
          </a:prstGeom>
        </p:spPr>
      </p:pic>
      <p:sp>
        <p:nvSpPr>
          <p:cNvPr id="5" name="Text Placeholder 4">
            <a:extLst>
              <a:ext uri="{FF2B5EF4-FFF2-40B4-BE49-F238E27FC236}">
                <a16:creationId xmlns:a16="http://schemas.microsoft.com/office/drawing/2014/main" id="{59DD982B-2C81-4209-84AE-C53416463382}"/>
              </a:ext>
            </a:extLst>
          </p:cNvPr>
          <p:cNvSpPr>
            <a:spLocks noGrp="1"/>
          </p:cNvSpPr>
          <p:nvPr>
            <p:ph type="body" sz="quarter" idx="3"/>
          </p:nvPr>
        </p:nvSpPr>
        <p:spPr/>
        <p:txBody>
          <a:bodyPr/>
          <a:lstStyle/>
          <a:p>
            <a:endParaRPr lang="en-MY"/>
          </a:p>
        </p:txBody>
      </p:sp>
      <p:sp>
        <p:nvSpPr>
          <p:cNvPr id="6" name="Content Placeholder 5">
            <a:extLst>
              <a:ext uri="{FF2B5EF4-FFF2-40B4-BE49-F238E27FC236}">
                <a16:creationId xmlns:a16="http://schemas.microsoft.com/office/drawing/2014/main" id="{BADD43EB-3E22-4124-97F1-A5AD46916F0C}"/>
              </a:ext>
            </a:extLst>
          </p:cNvPr>
          <p:cNvSpPr>
            <a:spLocks noGrp="1"/>
          </p:cNvSpPr>
          <p:nvPr>
            <p:ph sz="quarter" idx="4"/>
          </p:nvPr>
        </p:nvSpPr>
        <p:spPr/>
        <p:txBody>
          <a:bodyPr/>
          <a:lstStyle/>
          <a:p>
            <a:endParaRPr lang="en-MY"/>
          </a:p>
        </p:txBody>
      </p:sp>
      <p:pic>
        <p:nvPicPr>
          <p:cNvPr id="46084" name="Content Placeholder 3">
            <a:extLst>
              <a:ext uri="{FF2B5EF4-FFF2-40B4-BE49-F238E27FC236}">
                <a16:creationId xmlns:a16="http://schemas.microsoft.com/office/drawing/2014/main" id="{EA430223-D409-4EFE-AD52-38DA3A8D8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572000" y="1876227"/>
            <a:ext cx="3968749" cy="310554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0EF7ED4B-2D76-49B6-9405-8970E87A4FAF}"/>
              </a:ext>
            </a:extLst>
          </p:cNvPr>
          <p:cNvSpPr>
            <a:spLocks noGrp="1"/>
          </p:cNvSpPr>
          <p:nvPr>
            <p:ph type="title"/>
          </p:nvPr>
        </p:nvSpPr>
        <p:spPr>
          <a:xfrm>
            <a:off x="768096" y="585216"/>
            <a:ext cx="6013704" cy="1499616"/>
          </a:xfrm>
        </p:spPr>
        <p:txBody>
          <a:bodyPr>
            <a:normAutofit/>
          </a:bodyPr>
          <a:lstStyle/>
          <a:p>
            <a:pPr eaLnBrk="1" hangingPunct="1">
              <a:defRPr/>
            </a:pPr>
            <a:r>
              <a:rPr lang="en-US" altLang="en-US"/>
              <a:t>Questions</a:t>
            </a:r>
          </a:p>
        </p:txBody>
      </p:sp>
      <p:sp>
        <p:nvSpPr>
          <p:cNvPr id="47107" name="Content Placeholder 2">
            <a:extLst>
              <a:ext uri="{FF2B5EF4-FFF2-40B4-BE49-F238E27FC236}">
                <a16:creationId xmlns:a16="http://schemas.microsoft.com/office/drawing/2014/main" id="{9393C5E1-8118-4479-AB6F-B0CB7842AAD4}"/>
              </a:ext>
            </a:extLst>
          </p:cNvPr>
          <p:cNvSpPr>
            <a:spLocks noGrp="1" noChangeArrowheads="1"/>
          </p:cNvSpPr>
          <p:nvPr>
            <p:ph idx="1"/>
          </p:nvPr>
        </p:nvSpPr>
        <p:spPr>
          <a:xfrm>
            <a:off x="768096" y="2286000"/>
            <a:ext cx="6013703" cy="4023360"/>
          </a:xfrm>
        </p:spPr>
        <p:txBody>
          <a:bodyPr>
            <a:normAutofit/>
          </a:bodyPr>
          <a:lstStyle/>
          <a:p>
            <a:pPr eaLnBrk="1" hangingPunct="1"/>
            <a:r>
              <a:rPr lang="en-US" altLang="en-US" dirty="0"/>
              <a:t>If 30% of the execution time may be </a:t>
            </a:r>
            <a:r>
              <a:rPr lang="en-US" altLang="en-US" dirty="0" err="1"/>
              <a:t>parellized</a:t>
            </a:r>
            <a:r>
              <a:rPr lang="en-US" altLang="en-US" dirty="0"/>
              <a:t>, and the improvement makes the affected part twice as fast, what will be the speedup?</a:t>
            </a:r>
          </a:p>
          <a:p>
            <a:pPr eaLnBrk="1" hangingPunct="1"/>
            <a:r>
              <a:rPr lang="en-US" altLang="en-US" dirty="0"/>
              <a:t>Given a serial task which is split into four consecutive parts, whose percentages of execution time are </a:t>
            </a:r>
            <a:r>
              <a:rPr lang="en-US" altLang="en-US" i="1" dirty="0"/>
              <a:t>p</a:t>
            </a:r>
            <a:r>
              <a:rPr lang="en-US" altLang="en-US" dirty="0"/>
              <a:t>1 = 0.11, </a:t>
            </a:r>
            <a:r>
              <a:rPr lang="en-US" altLang="en-US" i="1" dirty="0"/>
              <a:t>p</a:t>
            </a:r>
            <a:r>
              <a:rPr lang="en-US" altLang="en-US" dirty="0"/>
              <a:t>2 = 0.18, </a:t>
            </a:r>
            <a:r>
              <a:rPr lang="en-US" altLang="en-US" i="1" dirty="0"/>
              <a:t>p</a:t>
            </a:r>
            <a:r>
              <a:rPr lang="en-US" altLang="en-US" dirty="0"/>
              <a:t>3 = 0.23, and </a:t>
            </a:r>
            <a:r>
              <a:rPr lang="en-US" altLang="en-US" i="1" dirty="0"/>
              <a:t>p</a:t>
            </a:r>
            <a:r>
              <a:rPr lang="en-US" altLang="en-US" dirty="0"/>
              <a:t>4 = 0.48 respectively. Then we are told that the 1st part is not sped up, while the 2nd part is sped up 5 times, the 3rd part is sped up 20 times, and the 4th part is sped up 1.6 time. What is the overall speedup?</a:t>
            </a:r>
          </a:p>
          <a:p>
            <a:pPr eaLnBrk="1" hangingPunct="1"/>
            <a:endParaRPr lang="en-US" altLang="en-US" dirty="0"/>
          </a:p>
        </p:txBody>
      </p:sp>
      <p:sp>
        <p:nvSpPr>
          <p:cNvPr id="136" name="Rectangle 135">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Rectangle 137">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en-US" dirty="0">
                <a:solidFill>
                  <a:srgbClr val="FFFFFF"/>
                </a:solidFill>
              </a:rPr>
              <a:t>Gustafson’s Law</a:t>
            </a:r>
          </a:p>
        </p:txBody>
      </p:sp>
      <p:sp>
        <p:nvSpPr>
          <p:cNvPr id="3" name="Content Placeholder 2"/>
          <p:cNvSpPr>
            <a:spLocks noGrp="1"/>
          </p:cNvSpPr>
          <p:nvPr>
            <p:ph idx="1"/>
          </p:nvPr>
        </p:nvSpPr>
        <p:spPr>
          <a:xfrm>
            <a:off x="3690907" y="804333"/>
            <a:ext cx="4729502" cy="5249334"/>
          </a:xfrm>
        </p:spPr>
        <p:txBody>
          <a:bodyPr anchor="ctr">
            <a:normAutofit/>
          </a:bodyPr>
          <a:lstStyle/>
          <a:p>
            <a:r>
              <a:rPr lang="en-US" sz="1900" dirty="0"/>
              <a:t>Amdahl’s point of view is focused on a fixed computation problem size.</a:t>
            </a:r>
          </a:p>
          <a:p>
            <a:r>
              <a:rPr lang="en-US" sz="1900" dirty="0"/>
              <a:t>Gustafson's objection is that massively parallel machines allow computations on very large data sets in fixed amount of time. </a:t>
            </a:r>
          </a:p>
          <a:p>
            <a:r>
              <a:rPr lang="en-US" sz="1900" dirty="0"/>
              <a:t>A parallel platform does more than speeding up the execution of a code: it enables dealing with larger problems.</a:t>
            </a:r>
          </a:p>
          <a:p>
            <a:endParaRPr lang="en-US" sz="1900" dirty="0"/>
          </a:p>
          <a:p>
            <a:r>
              <a:rPr lang="en-US" sz="1900" dirty="0"/>
              <a:t>This law says that increase of problem size for large machines can retain scalability with respect to the number of processors.</a:t>
            </a:r>
          </a:p>
          <a:p>
            <a:r>
              <a:rPr lang="en-US" sz="1900" dirty="0"/>
              <a:t>Assume that the workload is scaled up on an n-node machine as, </a:t>
            </a:r>
          </a:p>
          <a:p>
            <a:r>
              <a:rPr lang="en-US" sz="1900" dirty="0"/>
              <a:t>W’ = </a:t>
            </a:r>
            <a:r>
              <a:rPr lang="en-US" sz="1900" dirty="0" err="1"/>
              <a:t>aW</a:t>
            </a:r>
            <a:r>
              <a:rPr lang="en-US" sz="1900" dirty="0"/>
              <a:t> + (1-a)</a:t>
            </a:r>
            <a:r>
              <a:rPr lang="en-US" sz="1900" dirty="0" err="1"/>
              <a:t>nW</a:t>
            </a:r>
            <a:endParaRPr lang="en-US" sz="1900" dirty="0"/>
          </a:p>
        </p:txBody>
      </p:sp>
      <p:sp>
        <p:nvSpPr>
          <p:cNvPr id="4" name="Callout: Up Arrow 3">
            <a:extLst>
              <a:ext uri="{FF2B5EF4-FFF2-40B4-BE49-F238E27FC236}">
                <a16:creationId xmlns:a16="http://schemas.microsoft.com/office/drawing/2014/main" id="{49B5BA17-BE18-9543-46B9-75371C580827}"/>
              </a:ext>
            </a:extLst>
          </p:cNvPr>
          <p:cNvSpPr/>
          <p:nvPr/>
        </p:nvSpPr>
        <p:spPr>
          <a:xfrm>
            <a:off x="3779912" y="5877272"/>
            <a:ext cx="2376264" cy="792088"/>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Sequential + Parallel workload</a:t>
            </a:r>
          </a:p>
        </p:txBody>
      </p:sp>
    </p:spTree>
    <p:extLst>
      <p:ext uri="{BB962C8B-B14F-4D97-AF65-F5344CB8AC3E}">
        <p14:creationId xmlns:p14="http://schemas.microsoft.com/office/powerpoint/2010/main" val="32984726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Gustafson’s Law</a:t>
            </a:r>
          </a:p>
        </p:txBody>
      </p:sp>
      <p:sp>
        <p:nvSpPr>
          <p:cNvPr id="3" name="Content Placeholder 2"/>
          <p:cNvSpPr>
            <a:spLocks noGrp="1"/>
          </p:cNvSpPr>
          <p:nvPr>
            <p:ph idx="1"/>
          </p:nvPr>
        </p:nvSpPr>
        <p:spPr>
          <a:xfrm>
            <a:off x="806351" y="1836738"/>
            <a:ext cx="7543800" cy="4022725"/>
          </a:xfrm>
        </p:spPr>
        <p:txBody>
          <a:bodyPr/>
          <a:lstStyle/>
          <a:p>
            <a:r>
              <a:rPr lang="en-US" dirty="0"/>
              <a:t>Speedup for the scaled up workload is then</a:t>
            </a:r>
          </a:p>
          <a:p>
            <a:r>
              <a:rPr lang="en-US" dirty="0"/>
              <a:t>S = Single processor execution time / n-processor execution time</a:t>
            </a:r>
          </a:p>
          <a:p>
            <a:r>
              <a:rPr lang="en-US" dirty="0"/>
              <a:t> = (</a:t>
            </a:r>
            <a:r>
              <a:rPr lang="en-US" dirty="0" err="1"/>
              <a:t>aW</a:t>
            </a:r>
            <a:r>
              <a:rPr lang="en-US" dirty="0"/>
              <a:t> + (1-a)</a:t>
            </a:r>
            <a:r>
              <a:rPr lang="en-US" dirty="0" err="1"/>
              <a:t>nW</a:t>
            </a:r>
            <a:r>
              <a:rPr lang="en-US" dirty="0"/>
              <a:t>) / (</a:t>
            </a:r>
            <a:r>
              <a:rPr lang="en-US" dirty="0" err="1"/>
              <a:t>aW</a:t>
            </a:r>
            <a:r>
              <a:rPr lang="en-US" dirty="0"/>
              <a:t>/1 + (1-a)</a:t>
            </a:r>
            <a:r>
              <a:rPr lang="en-US" dirty="0" err="1"/>
              <a:t>nW</a:t>
            </a:r>
            <a:r>
              <a:rPr lang="en-US" dirty="0"/>
              <a:t>/n)</a:t>
            </a:r>
          </a:p>
          <a:p>
            <a:r>
              <a:rPr lang="en-US" dirty="0"/>
              <a:t>= a + (1-a)n</a:t>
            </a:r>
          </a:p>
          <a:p>
            <a:endParaRPr lang="en-US" dirty="0"/>
          </a:p>
          <a:p>
            <a:r>
              <a:rPr lang="en-US" dirty="0"/>
              <a:t>What Gustafson’s law says is that the true parallel power of a large multiprocessor system is only achievable when a large parallel problem is applied.</a:t>
            </a:r>
          </a:p>
          <a:p>
            <a:endParaRPr lang="en-US" dirty="0"/>
          </a:p>
        </p:txBody>
      </p:sp>
    </p:spTree>
    <p:extLst>
      <p:ext uri="{BB962C8B-B14F-4D97-AF65-F5344CB8AC3E}">
        <p14:creationId xmlns:p14="http://schemas.microsoft.com/office/powerpoint/2010/main" val="22295041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70D53-0883-0A0B-CAA9-B526C1B59B15}"/>
              </a:ext>
            </a:extLst>
          </p:cNvPr>
          <p:cNvSpPr>
            <a:spLocks noGrp="1"/>
          </p:cNvSpPr>
          <p:nvPr>
            <p:ph type="title"/>
          </p:nvPr>
        </p:nvSpPr>
        <p:spPr/>
        <p:txBody>
          <a:bodyPr/>
          <a:lstStyle/>
          <a:p>
            <a:r>
              <a:rPr lang="en-MY" dirty="0"/>
              <a:t>Amdahl’s Law vs </a:t>
            </a:r>
            <a:r>
              <a:rPr lang="en-US" dirty="0"/>
              <a:t>Gustafson’s Law</a:t>
            </a:r>
            <a:r>
              <a:rPr lang="en-MY" dirty="0"/>
              <a:t> </a:t>
            </a:r>
          </a:p>
        </p:txBody>
      </p:sp>
      <p:pic>
        <p:nvPicPr>
          <p:cNvPr id="4" name="Picture 3">
            <a:extLst>
              <a:ext uri="{FF2B5EF4-FFF2-40B4-BE49-F238E27FC236}">
                <a16:creationId xmlns:a16="http://schemas.microsoft.com/office/drawing/2014/main" id="{38B037DC-DBDC-85DF-8EB8-B663CC5CC1E4}"/>
              </a:ext>
            </a:extLst>
          </p:cNvPr>
          <p:cNvPicPr>
            <a:picLocks noChangeAspect="1"/>
          </p:cNvPicPr>
          <p:nvPr/>
        </p:nvPicPr>
        <p:blipFill>
          <a:blip r:embed="rId2"/>
          <a:stretch>
            <a:fillRect/>
          </a:stretch>
        </p:blipFill>
        <p:spPr>
          <a:xfrm>
            <a:off x="395536" y="2276872"/>
            <a:ext cx="3997999" cy="3240360"/>
          </a:xfrm>
          <a:prstGeom prst="rect">
            <a:avLst/>
          </a:prstGeom>
        </p:spPr>
      </p:pic>
      <p:pic>
        <p:nvPicPr>
          <p:cNvPr id="6" name="Picture 5">
            <a:extLst>
              <a:ext uri="{FF2B5EF4-FFF2-40B4-BE49-F238E27FC236}">
                <a16:creationId xmlns:a16="http://schemas.microsoft.com/office/drawing/2014/main" id="{DC0A271D-2AF7-A9B5-69BB-3AB805E09FE8}"/>
              </a:ext>
            </a:extLst>
          </p:cNvPr>
          <p:cNvPicPr>
            <a:picLocks noChangeAspect="1"/>
          </p:cNvPicPr>
          <p:nvPr/>
        </p:nvPicPr>
        <p:blipFill>
          <a:blip r:embed="rId3"/>
          <a:stretch>
            <a:fillRect/>
          </a:stretch>
        </p:blipFill>
        <p:spPr>
          <a:xfrm>
            <a:off x="4650223" y="2125539"/>
            <a:ext cx="4098241" cy="3543026"/>
          </a:xfrm>
          <a:prstGeom prst="rect">
            <a:avLst/>
          </a:prstGeom>
        </p:spPr>
      </p:pic>
    </p:spTree>
    <p:extLst>
      <p:ext uri="{BB962C8B-B14F-4D97-AF65-F5344CB8AC3E}">
        <p14:creationId xmlns:p14="http://schemas.microsoft.com/office/powerpoint/2010/main" val="1819051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E85FA026-91C2-465B-BB79-169CE9950104}"/>
              </a:ext>
            </a:extLst>
          </p:cNvPr>
          <p:cNvSpPr>
            <a:spLocks noGrp="1" noChangeArrowheads="1"/>
          </p:cNvSpPr>
          <p:nvPr>
            <p:ph type="title"/>
          </p:nvPr>
        </p:nvSpPr>
        <p:spPr>
          <a:xfrm>
            <a:off x="768096" y="585216"/>
            <a:ext cx="3191582" cy="1499616"/>
          </a:xfrm>
        </p:spPr>
        <p:txBody>
          <a:bodyPr>
            <a:normAutofit/>
          </a:bodyPr>
          <a:lstStyle/>
          <a:p>
            <a:pPr eaLnBrk="1" fontAlgn="auto" hangingPunct="1">
              <a:spcAft>
                <a:spcPts val="0"/>
              </a:spcAft>
              <a:defRPr/>
            </a:pPr>
            <a:r>
              <a:rPr lang="en-US" altLang="en-US" sz="3500"/>
              <a:t>Moore’s Law</a:t>
            </a:r>
          </a:p>
        </p:txBody>
      </p:sp>
      <p:sp>
        <p:nvSpPr>
          <p:cNvPr id="5123" name="Content Placeholder 2">
            <a:extLst>
              <a:ext uri="{FF2B5EF4-FFF2-40B4-BE49-F238E27FC236}">
                <a16:creationId xmlns:a16="http://schemas.microsoft.com/office/drawing/2014/main" id="{D86C2986-C28B-477B-89B4-97DF563B8DB4}"/>
              </a:ext>
            </a:extLst>
          </p:cNvPr>
          <p:cNvSpPr>
            <a:spLocks noGrp="1" noChangeArrowheads="1"/>
          </p:cNvSpPr>
          <p:nvPr>
            <p:ph idx="1"/>
          </p:nvPr>
        </p:nvSpPr>
        <p:spPr>
          <a:xfrm>
            <a:off x="598932" y="2286000"/>
            <a:ext cx="3469012" cy="4023360"/>
          </a:xfrm>
        </p:spPr>
        <p:txBody>
          <a:bodyPr rtlCol="0">
            <a:normAutofit/>
          </a:bodyPr>
          <a:lstStyle/>
          <a:p>
            <a:pPr marL="384048" lvl="1" indent="-182880" eaLnBrk="1" fontAlgn="auto" hangingPunct="1">
              <a:buFont typeface="Arial" panose="020B0604020202020204" pitchFamily="34" charset="0"/>
              <a:buChar char="•"/>
              <a:defRPr/>
            </a:pPr>
            <a:r>
              <a:rPr lang="en-US" altLang="en-US" sz="2000" dirty="0"/>
              <a:t>The number of transistors per square inch on integrated circuits had doubled every year since their invention. The trend will continue into the foreseeable future.</a:t>
            </a:r>
          </a:p>
          <a:p>
            <a:pPr marL="800100" lvl="2" indent="0" eaLnBrk="1" fontAlgn="auto" hangingPunct="1">
              <a:buFont typeface="Wingdings" panose="05000000000000000000" pitchFamily="2" charset="2"/>
              <a:buNone/>
              <a:defRPr/>
            </a:pPr>
            <a:r>
              <a:rPr lang="en-US" altLang="en-US" sz="1400" i="1" dirty="0"/>
              <a:t>~</a:t>
            </a:r>
            <a:r>
              <a:rPr lang="en-US" altLang="en-US" sz="1800" i="1" dirty="0"/>
              <a:t>Intel co-founder Gordon Moore </a:t>
            </a:r>
            <a:r>
              <a:rPr lang="en-US" altLang="en-US" sz="1800" dirty="0"/>
              <a:t>in </a:t>
            </a:r>
            <a:r>
              <a:rPr lang="en-US" altLang="en-US" sz="1800" i="1" dirty="0"/>
              <a:t>“Cramming More Components onto Integrated Circuits”, Electronics Magazine 19 April 1965</a:t>
            </a:r>
            <a:endParaRPr lang="en-US" altLang="en-US" sz="1400" i="1" dirty="0"/>
          </a:p>
        </p:txBody>
      </p:sp>
      <p:pic>
        <p:nvPicPr>
          <p:cNvPr id="20484" name="Content Placeholder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86250" y="1883534"/>
            <a:ext cx="4258818" cy="30634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4993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0" name="Title 1">
            <a:extLst>
              <a:ext uri="{FF2B5EF4-FFF2-40B4-BE49-F238E27FC236}">
                <a16:creationId xmlns:a16="http://schemas.microsoft.com/office/drawing/2014/main" id="{3B75B885-B887-4518-9993-2BA31A3D3B9D}"/>
              </a:ext>
            </a:extLst>
          </p:cNvPr>
          <p:cNvSpPr>
            <a:spLocks noGrp="1" noChangeArrowheads="1"/>
          </p:cNvSpPr>
          <p:nvPr>
            <p:ph type="title"/>
          </p:nvPr>
        </p:nvSpPr>
        <p:spPr>
          <a:xfrm>
            <a:off x="723591" y="804333"/>
            <a:ext cx="2543925" cy="5249334"/>
          </a:xfrm>
        </p:spPr>
        <p:txBody>
          <a:bodyPr>
            <a:normAutofit/>
          </a:bodyPr>
          <a:lstStyle/>
          <a:p>
            <a:pPr algn="r" eaLnBrk="1" fontAlgn="auto" hangingPunct="1">
              <a:spcAft>
                <a:spcPts val="0"/>
              </a:spcAft>
              <a:defRPr/>
            </a:pPr>
            <a:r>
              <a:rPr lang="en-US" altLang="en-US"/>
              <a:t>Free Lunch is Over</a:t>
            </a:r>
          </a:p>
        </p:txBody>
      </p:sp>
      <p:cxnSp>
        <p:nvCxnSpPr>
          <p:cNvPr id="74" name="Straight Connector 73">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171" name="Content Placeholder 2">
            <a:extLst>
              <a:ext uri="{FF2B5EF4-FFF2-40B4-BE49-F238E27FC236}">
                <a16:creationId xmlns:a16="http://schemas.microsoft.com/office/drawing/2014/main" id="{D4C85DF6-5840-44E7-923C-4B263E96C88E}"/>
              </a:ext>
            </a:extLst>
          </p:cNvPr>
          <p:cNvSpPr>
            <a:spLocks noGrp="1" noChangeArrowheads="1"/>
          </p:cNvSpPr>
          <p:nvPr>
            <p:ph idx="1"/>
          </p:nvPr>
        </p:nvSpPr>
        <p:spPr>
          <a:xfrm>
            <a:off x="3749497" y="804333"/>
            <a:ext cx="4693291" cy="5249334"/>
          </a:xfrm>
        </p:spPr>
        <p:txBody>
          <a:bodyPr rtlCol="0" anchor="ctr">
            <a:normAutofit/>
          </a:bodyPr>
          <a:lstStyle/>
          <a:p>
            <a:pPr marL="91440" indent="-91440" eaLnBrk="1" fontAlgn="auto" hangingPunct="1">
              <a:defRPr/>
            </a:pPr>
            <a:r>
              <a:rPr lang="en-US" altLang="en-US" dirty="0"/>
              <a:t>The Free Lunch Is Over: A Fundamental Turn toward Concurrency in Software</a:t>
            </a:r>
          </a:p>
          <a:p>
            <a:pPr marL="800100" lvl="2" indent="0" eaLnBrk="1" fontAlgn="auto" hangingPunct="1">
              <a:buFont typeface="Wingdings" panose="05000000000000000000" pitchFamily="2" charset="2"/>
              <a:buNone/>
              <a:defRPr/>
            </a:pPr>
            <a:r>
              <a:rPr lang="en-US" altLang="en-US" sz="1800" i="1" dirty="0"/>
              <a:t>Herb Sutter, 2005</a:t>
            </a:r>
          </a:p>
          <a:p>
            <a:pPr marL="91440" indent="-91440" eaLnBrk="1" fontAlgn="auto" hangingPunct="1">
              <a:defRPr/>
            </a:pPr>
            <a:r>
              <a:rPr lang="en-US" altLang="en-US" dirty="0"/>
              <a:t>Clock speed race is over</a:t>
            </a:r>
          </a:p>
          <a:p>
            <a:pPr marL="384048" lvl="1" indent="-182880" eaLnBrk="1" fontAlgn="auto" hangingPunct="1">
              <a:defRPr/>
            </a:pPr>
            <a:r>
              <a:rPr lang="en-US" altLang="en-US" sz="1800" dirty="0"/>
              <a:t>Heat</a:t>
            </a:r>
          </a:p>
          <a:p>
            <a:pPr marL="384048" lvl="1" indent="-182880" eaLnBrk="1" fontAlgn="auto" hangingPunct="1">
              <a:defRPr/>
            </a:pPr>
            <a:r>
              <a:rPr lang="en-US" altLang="en-US" sz="1800" dirty="0"/>
              <a:t>Power consumption</a:t>
            </a:r>
          </a:p>
          <a:p>
            <a:pPr marL="384048" lvl="1" indent="-182880" eaLnBrk="1" fontAlgn="auto" hangingPunct="1">
              <a:defRPr/>
            </a:pPr>
            <a:r>
              <a:rPr lang="en-US" altLang="en-US" sz="1800" dirty="0"/>
              <a:t>Current leakage</a:t>
            </a:r>
          </a:p>
          <a:p>
            <a:pPr marL="91440" indent="-91440" eaLnBrk="1" fontAlgn="auto" hangingPunct="1">
              <a:defRPr/>
            </a:pPr>
            <a:r>
              <a:rPr lang="en-US" altLang="en-US" dirty="0"/>
              <a:t>Performance gains are going to be accomplished in</a:t>
            </a:r>
          </a:p>
          <a:p>
            <a:pPr marL="384048" lvl="1" indent="-182880" eaLnBrk="1" fontAlgn="auto" hangingPunct="1">
              <a:defRPr/>
            </a:pPr>
            <a:r>
              <a:rPr lang="en-US" altLang="en-US" sz="1800" dirty="0"/>
              <a:t>Hyper threading</a:t>
            </a:r>
          </a:p>
          <a:p>
            <a:pPr marL="384048" lvl="1" indent="-182880" eaLnBrk="1" fontAlgn="auto" hangingPunct="1">
              <a:defRPr/>
            </a:pPr>
            <a:r>
              <a:rPr lang="en-US" altLang="en-US" sz="1800" dirty="0"/>
              <a:t>Multi-core</a:t>
            </a:r>
          </a:p>
          <a:p>
            <a:pPr marL="384048" lvl="1" indent="-182880" eaLnBrk="1" fontAlgn="auto" hangingPunct="1">
              <a:defRPr/>
            </a:pPr>
            <a:r>
              <a:rPr lang="en-US" altLang="en-US" sz="1800" dirty="0"/>
              <a:t>Cache</a:t>
            </a:r>
            <a:endParaRPr lang="en-US" altLang="en-US" dirty="0"/>
          </a:p>
        </p:txBody>
      </p:sp>
    </p:spTree>
    <p:extLst>
      <p:ext uri="{BB962C8B-B14F-4D97-AF65-F5344CB8AC3E}">
        <p14:creationId xmlns:p14="http://schemas.microsoft.com/office/powerpoint/2010/main" val="2468339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 name="Rectangle 136">
            <a:extLst>
              <a:ext uri="{FF2B5EF4-FFF2-40B4-BE49-F238E27FC236}">
                <a16:creationId xmlns:a16="http://schemas.microsoft.com/office/drawing/2014/main" id="{4FAE1107-CEC3-4041-8BAA-CDB6F6759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10141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a:extLst>
              <a:ext uri="{FF2B5EF4-FFF2-40B4-BE49-F238E27FC236}">
                <a16:creationId xmlns:a16="http://schemas.microsoft.com/office/drawing/2014/main" id="{D89C4C0B-B708-47B8-AF64-9757983D6019}"/>
              </a:ext>
            </a:extLst>
          </p:cNvPr>
          <p:cNvSpPr>
            <a:spLocks noGrp="1" noChangeArrowheads="1"/>
          </p:cNvSpPr>
          <p:nvPr>
            <p:ph type="title"/>
          </p:nvPr>
        </p:nvSpPr>
        <p:spPr>
          <a:xfrm>
            <a:off x="768096" y="585216"/>
            <a:ext cx="2834314" cy="1499616"/>
          </a:xfrm>
        </p:spPr>
        <p:txBody>
          <a:bodyPr>
            <a:normAutofit/>
          </a:bodyPr>
          <a:lstStyle/>
          <a:p>
            <a:pPr eaLnBrk="1" fontAlgn="auto" hangingPunct="1">
              <a:spcAft>
                <a:spcPts val="0"/>
              </a:spcAft>
              <a:defRPr/>
            </a:pPr>
            <a:r>
              <a:rPr lang="en-US" altLang="en-US" sz="3700">
                <a:solidFill>
                  <a:srgbClr val="FFFFFF"/>
                </a:solidFill>
              </a:rPr>
              <a:t>Clock Speed vs Power Consumption</a:t>
            </a:r>
          </a:p>
        </p:txBody>
      </p:sp>
      <p:cxnSp>
        <p:nvCxnSpPr>
          <p:cNvPr id="139" name="Straight Connector 138">
            <a:extLst>
              <a:ext uri="{FF2B5EF4-FFF2-40B4-BE49-F238E27FC236}">
                <a16:creationId xmlns:a16="http://schemas.microsoft.com/office/drawing/2014/main" id="{1AEA88FB-F5DD-45CE-AAE1-7B33D0ABD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1F271370-95EC-4E3A-840E-6C9DC5E3BAB5}"/>
              </a:ext>
            </a:extLst>
          </p:cNvPr>
          <p:cNvSpPr>
            <a:spLocks noGrp="1"/>
          </p:cNvSpPr>
          <p:nvPr>
            <p:ph idx="1"/>
          </p:nvPr>
        </p:nvSpPr>
        <p:spPr>
          <a:xfrm>
            <a:off x="768096" y="2286000"/>
            <a:ext cx="2843784" cy="3931920"/>
          </a:xfrm>
        </p:spPr>
        <p:txBody>
          <a:bodyPr rtlCol="0">
            <a:normAutofit/>
          </a:bodyPr>
          <a:lstStyle/>
          <a:p>
            <a:pPr marL="91440" indent="-91440" eaLnBrk="1" fontAlgn="auto" hangingPunct="1">
              <a:spcBef>
                <a:spcPct val="0"/>
              </a:spcBef>
              <a:buClrTx/>
              <a:buSzTx/>
              <a:buFont typeface="Arial" panose="020B0604020202020204" pitchFamily="34" charset="0"/>
              <a:buChar char="•"/>
              <a:defRPr/>
            </a:pPr>
            <a:r>
              <a:rPr lang="en-MY" altLang="en-US" dirty="0">
                <a:solidFill>
                  <a:srgbClr val="FFFFFF"/>
                </a:solidFill>
              </a:rPr>
              <a:t>The fundamental building blocks of any microprocessor are gates.  </a:t>
            </a:r>
          </a:p>
          <a:p>
            <a:pPr marL="91440" indent="-91440" eaLnBrk="1" fontAlgn="auto" hangingPunct="1">
              <a:spcBef>
                <a:spcPct val="0"/>
              </a:spcBef>
              <a:buClrTx/>
              <a:buSzTx/>
              <a:buFont typeface="Arial" panose="020B0604020202020204" pitchFamily="34" charset="0"/>
              <a:buChar char="•"/>
              <a:defRPr/>
            </a:pPr>
            <a:r>
              <a:rPr lang="en-MY" altLang="en-US" dirty="0">
                <a:solidFill>
                  <a:srgbClr val="FFFFFF"/>
                </a:solidFill>
              </a:rPr>
              <a:t>Gates are collections of transistors that electrically mimic a particular logic function.</a:t>
            </a:r>
          </a:p>
          <a:p>
            <a:pPr marL="91440" indent="-91440" eaLnBrk="1" fontAlgn="auto" hangingPunct="1">
              <a:spcBef>
                <a:spcPct val="0"/>
              </a:spcBef>
              <a:buClrTx/>
              <a:buSzTx/>
              <a:buFont typeface="Arial" panose="020B0604020202020204" pitchFamily="34" charset="0"/>
              <a:buChar char="•"/>
              <a:defRPr/>
            </a:pPr>
            <a:r>
              <a:rPr lang="en-US" altLang="en-US" dirty="0">
                <a:solidFill>
                  <a:srgbClr val="FFFFFF"/>
                </a:solidFill>
              </a:rPr>
              <a:t>W = CV</a:t>
            </a:r>
            <a:r>
              <a:rPr lang="en-US" altLang="en-US" baseline="30000" dirty="0">
                <a:solidFill>
                  <a:srgbClr val="FFFFFF"/>
                </a:solidFill>
              </a:rPr>
              <a:t>2</a:t>
            </a:r>
            <a:endParaRPr lang="en-US" altLang="en-US" dirty="0">
              <a:solidFill>
                <a:srgbClr val="FFFFFF"/>
              </a:solidFill>
            </a:endParaRPr>
          </a:p>
          <a:p>
            <a:pPr marL="91440" indent="-91440" eaLnBrk="1" fontAlgn="auto" hangingPunct="1">
              <a:spcBef>
                <a:spcPct val="0"/>
              </a:spcBef>
              <a:buClrTx/>
              <a:buSzTx/>
              <a:buFont typeface="Arial" panose="020B0604020202020204" pitchFamily="34" charset="0"/>
              <a:buChar char="•"/>
              <a:defRPr/>
            </a:pPr>
            <a:r>
              <a:rPr lang="en-US" altLang="en-US" dirty="0">
                <a:solidFill>
                  <a:srgbClr val="FFFFFF"/>
                </a:solidFill>
              </a:rPr>
              <a:t>Power = WF = CV</a:t>
            </a:r>
            <a:r>
              <a:rPr lang="en-US" altLang="en-US" baseline="30000" dirty="0">
                <a:solidFill>
                  <a:srgbClr val="FFFFFF"/>
                </a:solidFill>
              </a:rPr>
              <a:t>2</a:t>
            </a:r>
            <a:r>
              <a:rPr lang="en-US" altLang="en-US" dirty="0">
                <a:solidFill>
                  <a:srgbClr val="FFFFFF"/>
                </a:solidFill>
              </a:rPr>
              <a:t>F</a:t>
            </a:r>
            <a:endParaRPr lang="en-MY" dirty="0">
              <a:solidFill>
                <a:srgbClr val="FFFFFF"/>
              </a:solidFill>
            </a:endParaRPr>
          </a:p>
        </p:txBody>
      </p:sp>
      <p:pic>
        <p:nvPicPr>
          <p:cNvPr id="22532"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72000" y="1291076"/>
            <a:ext cx="4091940" cy="427584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8975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53CAC0E1-96BE-415C-85B7-2CA44EEF1756}"/>
              </a:ext>
            </a:extLst>
          </p:cNvPr>
          <p:cNvSpPr>
            <a:spLocks noGrp="1" noChangeArrowheads="1"/>
          </p:cNvSpPr>
          <p:nvPr>
            <p:ph type="title"/>
          </p:nvPr>
        </p:nvSpPr>
        <p:spPr>
          <a:xfrm>
            <a:off x="768096" y="585216"/>
            <a:ext cx="3323844" cy="1499616"/>
          </a:xfrm>
        </p:spPr>
        <p:txBody>
          <a:bodyPr>
            <a:normAutofit/>
          </a:bodyPr>
          <a:lstStyle/>
          <a:p>
            <a:pPr eaLnBrk="1" fontAlgn="auto" hangingPunct="1">
              <a:spcAft>
                <a:spcPts val="0"/>
              </a:spcAft>
              <a:defRPr/>
            </a:pPr>
            <a:r>
              <a:rPr lang="en-US" altLang="en-US"/>
              <a:t>Single vs Dual Processors</a:t>
            </a:r>
          </a:p>
        </p:txBody>
      </p:sp>
      <p:sp>
        <p:nvSpPr>
          <p:cNvPr id="3" name="Content Placeholder 2">
            <a:extLst>
              <a:ext uri="{FF2B5EF4-FFF2-40B4-BE49-F238E27FC236}">
                <a16:creationId xmlns:a16="http://schemas.microsoft.com/office/drawing/2014/main" id="{4244E970-6BEE-43CA-909D-5D4770DFA484}"/>
              </a:ext>
            </a:extLst>
          </p:cNvPr>
          <p:cNvSpPr>
            <a:spLocks noGrp="1"/>
          </p:cNvSpPr>
          <p:nvPr>
            <p:ph idx="1"/>
          </p:nvPr>
        </p:nvSpPr>
        <p:spPr>
          <a:xfrm>
            <a:off x="768096" y="2286000"/>
            <a:ext cx="3322211" cy="3931920"/>
          </a:xfrm>
        </p:spPr>
        <p:txBody>
          <a:bodyPr rtlCol="0">
            <a:normAutofit/>
          </a:bodyPr>
          <a:lstStyle/>
          <a:p>
            <a:pPr marL="91440" indent="-91440" eaLnBrk="1" fontAlgn="auto" hangingPunct="1">
              <a:buFont typeface="Arial" panose="020B0604020202020204" pitchFamily="34" charset="0"/>
              <a:buChar char="•"/>
              <a:defRPr/>
            </a:pPr>
            <a:r>
              <a:rPr lang="en-US" dirty="0"/>
              <a:t>Single processor: Power = CV</a:t>
            </a:r>
            <a:r>
              <a:rPr lang="en-US" baseline="30000" dirty="0"/>
              <a:t>2</a:t>
            </a:r>
            <a:r>
              <a:rPr lang="en-US" dirty="0"/>
              <a:t>F </a:t>
            </a:r>
          </a:p>
          <a:p>
            <a:pPr marL="91440" indent="-91440" eaLnBrk="1" fontAlgn="auto" hangingPunct="1">
              <a:buFont typeface="Arial" panose="020B0604020202020204" pitchFamily="34" charset="0"/>
              <a:buChar char="•"/>
              <a:defRPr/>
            </a:pPr>
            <a:r>
              <a:rPr lang="en-US" dirty="0"/>
              <a:t>Dual processors each with F’ = F/2; C’ = 2.2C; V’ = 0.6V; Power =?</a:t>
            </a:r>
          </a:p>
          <a:p>
            <a:pPr marL="0" indent="0" eaLnBrk="1" fontAlgn="auto" hangingPunct="1">
              <a:buFont typeface="Wingdings" panose="05000000000000000000" pitchFamily="2" charset="2"/>
              <a:buNone/>
              <a:defRPr/>
            </a:pPr>
            <a:endParaRPr lang="en-US" dirty="0"/>
          </a:p>
        </p:txBody>
      </p:sp>
      <p:pic>
        <p:nvPicPr>
          <p:cNvPr id="24580"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4572000" y="2122204"/>
            <a:ext cx="4091940" cy="261359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84739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36594-1F2D-465F-ADD2-405874F58410}"/>
              </a:ext>
            </a:extLst>
          </p:cNvPr>
          <p:cNvSpPr>
            <a:spLocks noGrp="1"/>
          </p:cNvSpPr>
          <p:nvPr>
            <p:ph type="title"/>
          </p:nvPr>
        </p:nvSpPr>
        <p:spPr>
          <a:xfrm>
            <a:off x="768096" y="585216"/>
            <a:ext cx="6013704" cy="1499616"/>
          </a:xfrm>
        </p:spPr>
        <p:txBody>
          <a:bodyPr>
            <a:normAutofit/>
          </a:bodyPr>
          <a:lstStyle/>
          <a:p>
            <a:pPr eaLnBrk="1" fontAlgn="auto" hangingPunct="1">
              <a:spcAft>
                <a:spcPts val="0"/>
              </a:spcAft>
              <a:defRPr/>
            </a:pPr>
            <a:r>
              <a:rPr lang="en-MY"/>
              <a:t>Dual Processor = Twice Faster than Single Processor</a:t>
            </a:r>
            <a:r>
              <a:rPr lang="zh-CN" altLang="en-US"/>
              <a:t>？</a:t>
            </a:r>
            <a:endParaRPr lang="en-MY"/>
          </a:p>
        </p:txBody>
      </p:sp>
      <p:sp>
        <p:nvSpPr>
          <p:cNvPr id="4" name="Content Placeholder 3">
            <a:extLst>
              <a:ext uri="{FF2B5EF4-FFF2-40B4-BE49-F238E27FC236}">
                <a16:creationId xmlns:a16="http://schemas.microsoft.com/office/drawing/2014/main" id="{34013B63-F226-4209-8ADC-49E48EE9452D}"/>
              </a:ext>
            </a:extLst>
          </p:cNvPr>
          <p:cNvSpPr>
            <a:spLocks noGrp="1"/>
          </p:cNvSpPr>
          <p:nvPr>
            <p:ph idx="1"/>
          </p:nvPr>
        </p:nvSpPr>
        <p:spPr>
          <a:xfrm>
            <a:off x="768096" y="2286000"/>
            <a:ext cx="6013703" cy="4023360"/>
          </a:xfrm>
        </p:spPr>
        <p:txBody>
          <a:bodyPr rtlCol="0">
            <a:normAutofit/>
          </a:bodyPr>
          <a:lstStyle/>
          <a:p>
            <a:pPr marL="384048" lvl="1" indent="-182880" eaLnBrk="1" fontAlgn="auto" hangingPunct="1">
              <a:buFont typeface="Arial" panose="020B0604020202020204" pitchFamily="34" charset="0"/>
              <a:buChar char="•"/>
              <a:defRPr/>
            </a:pPr>
            <a:r>
              <a:rPr lang="en-MY" sz="2000" dirty="0"/>
              <a:t>Two processors share resources, such as L2 and L3 caches, busses, and system memory.</a:t>
            </a:r>
          </a:p>
          <a:p>
            <a:pPr marL="566928" lvl="2" indent="-182880" eaLnBrk="1" fontAlgn="auto" hangingPunct="1">
              <a:buFont typeface="Arial" panose="020B0604020202020204" pitchFamily="34" charset="0"/>
              <a:buChar char="•"/>
              <a:defRPr/>
            </a:pPr>
            <a:r>
              <a:rPr lang="en-MY" sz="1800" dirty="0"/>
              <a:t>Bottlenecks that slow down the overall performance. </a:t>
            </a:r>
          </a:p>
          <a:p>
            <a:pPr marL="384048" lvl="1" indent="-182880" eaLnBrk="1" fontAlgn="auto" hangingPunct="1">
              <a:buFont typeface="Arial" panose="020B0604020202020204" pitchFamily="34" charset="0"/>
              <a:buChar char="•"/>
              <a:defRPr/>
            </a:pPr>
            <a:r>
              <a:rPr lang="en-MY" sz="2000" dirty="0"/>
              <a:t>Programs must be written to take advantage of multiprocessing.</a:t>
            </a:r>
          </a:p>
          <a:p>
            <a:pPr marL="566928" lvl="2" indent="-182880" eaLnBrk="1" fontAlgn="auto" hangingPunct="1">
              <a:buFont typeface="Arial" panose="020B0604020202020204" pitchFamily="34" charset="0"/>
              <a:buChar char="•"/>
              <a:defRPr/>
            </a:pPr>
            <a:r>
              <a:rPr lang="en-MY" sz="1800" dirty="0"/>
              <a:t>The performance is dependent on how the application is written. </a:t>
            </a:r>
          </a:p>
          <a:p>
            <a:pPr marL="566928" lvl="2" indent="-182880" eaLnBrk="1" fontAlgn="auto" hangingPunct="1">
              <a:buFont typeface="Arial" panose="020B0604020202020204" pitchFamily="34" charset="0"/>
              <a:buChar char="•"/>
              <a:defRPr/>
            </a:pPr>
            <a:r>
              <a:rPr lang="en-MY" sz="1800" dirty="0"/>
              <a:t>Faster than single processor machines, but rarely twice as fast.</a:t>
            </a:r>
          </a:p>
          <a:p>
            <a:pPr marL="91440" indent="-91440" eaLnBrk="1" fontAlgn="auto" hangingPunct="1">
              <a:defRPr/>
            </a:pPr>
            <a:endParaRPr lang="en-MY" dirty="0"/>
          </a:p>
        </p:txBody>
      </p:sp>
      <p:sp>
        <p:nvSpPr>
          <p:cNvPr id="9" name="Rectangle 8">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0294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D3495-DD47-45C7-9FED-C866DF5A3C00}"/>
              </a:ext>
            </a:extLst>
          </p:cNvPr>
          <p:cNvSpPr>
            <a:spLocks noGrp="1"/>
          </p:cNvSpPr>
          <p:nvPr>
            <p:ph type="title"/>
          </p:nvPr>
        </p:nvSpPr>
        <p:spPr>
          <a:xfrm>
            <a:off x="768096" y="585216"/>
            <a:ext cx="6013704" cy="1499616"/>
          </a:xfrm>
        </p:spPr>
        <p:txBody>
          <a:bodyPr>
            <a:normAutofit/>
          </a:bodyPr>
          <a:lstStyle/>
          <a:p>
            <a:pPr eaLnBrk="1" fontAlgn="auto" hangingPunct="1">
              <a:spcAft>
                <a:spcPts val="0"/>
              </a:spcAft>
              <a:defRPr/>
            </a:pPr>
            <a:r>
              <a:rPr lang="en-MY"/>
              <a:t>Dual Processor vs Dual Core</a:t>
            </a:r>
          </a:p>
        </p:txBody>
      </p:sp>
      <p:sp>
        <p:nvSpPr>
          <p:cNvPr id="3" name="Content Placeholder 2">
            <a:extLst>
              <a:ext uri="{FF2B5EF4-FFF2-40B4-BE49-F238E27FC236}">
                <a16:creationId xmlns:a16="http://schemas.microsoft.com/office/drawing/2014/main" id="{A66DF8A2-4B2D-4815-8EFB-FADE7E3344DA}"/>
              </a:ext>
            </a:extLst>
          </p:cNvPr>
          <p:cNvSpPr>
            <a:spLocks noGrp="1"/>
          </p:cNvSpPr>
          <p:nvPr>
            <p:ph idx="1"/>
          </p:nvPr>
        </p:nvSpPr>
        <p:spPr>
          <a:xfrm>
            <a:off x="768096" y="2286000"/>
            <a:ext cx="6013703" cy="4023360"/>
          </a:xfrm>
        </p:spPr>
        <p:txBody>
          <a:bodyPr rtlCol="0">
            <a:normAutofit/>
          </a:bodyPr>
          <a:lstStyle/>
          <a:p>
            <a:pPr marL="91440" indent="-91440" eaLnBrk="1" fontAlgn="auto" hangingPunct="1">
              <a:buFont typeface="Arial" panose="020B0604020202020204" pitchFamily="34" charset="0"/>
              <a:buChar char="•"/>
              <a:defRPr/>
            </a:pPr>
            <a:r>
              <a:rPr lang="en-MY" dirty="0"/>
              <a:t>A dual processor computer has two physically separated CPUs on the motherboard. </a:t>
            </a:r>
          </a:p>
          <a:p>
            <a:pPr marL="384048" lvl="1" indent="-182880" eaLnBrk="1" fontAlgn="auto" hangingPunct="1">
              <a:buFont typeface="Arial" panose="020B0604020202020204" pitchFamily="34" charset="0"/>
              <a:buChar char="•"/>
              <a:defRPr/>
            </a:pPr>
            <a:r>
              <a:rPr lang="en-MY" sz="1800" dirty="0"/>
              <a:t>May share resources (e.g. CPU bus and cache) </a:t>
            </a:r>
          </a:p>
          <a:p>
            <a:pPr marL="91440" indent="-91440" eaLnBrk="1" fontAlgn="auto" hangingPunct="1">
              <a:buFont typeface="Arial" panose="020B0604020202020204" pitchFamily="34" charset="0"/>
              <a:buChar char="•"/>
              <a:defRPr/>
            </a:pPr>
            <a:r>
              <a:rPr lang="en-MY" dirty="0"/>
              <a:t>In a dual-core system, the two processors are combined into a single chip that may look like one processor. </a:t>
            </a:r>
          </a:p>
          <a:p>
            <a:pPr marL="91440" indent="-91440" eaLnBrk="1" fontAlgn="auto" hangingPunct="1">
              <a:buFont typeface="Arial" panose="020B0604020202020204" pitchFamily="34" charset="0"/>
              <a:buChar char="•"/>
              <a:defRPr/>
            </a:pPr>
            <a:r>
              <a:rPr lang="en-MY" dirty="0"/>
              <a:t>Some systems have two dual-core CPUs, totally four processing cores, and so on.</a:t>
            </a:r>
          </a:p>
          <a:p>
            <a:pPr marL="91440" indent="-91440" eaLnBrk="1" fontAlgn="auto" hangingPunct="1">
              <a:buFont typeface="Arial" panose="020B0604020202020204" pitchFamily="34" charset="0"/>
              <a:buChar char="•"/>
              <a:defRPr/>
            </a:pPr>
            <a:endParaRPr lang="en-MY" dirty="0"/>
          </a:p>
          <a:p>
            <a:pPr marL="91440" indent="-91440" eaLnBrk="1" fontAlgn="auto" hangingPunct="1">
              <a:buFont typeface="Arial" panose="020B0604020202020204" pitchFamily="34" charset="0"/>
              <a:buChar char="•"/>
              <a:defRPr/>
            </a:pPr>
            <a:endParaRPr lang="en-MY" dirty="0"/>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34938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1121</TotalTime>
  <Words>2115</Words>
  <Application>Microsoft Office PowerPoint</Application>
  <PresentationFormat>On-screen Show (4:3)</PresentationFormat>
  <Paragraphs>188</Paragraphs>
  <Slides>40</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Arial</vt:lpstr>
      <vt:lpstr>Tw Cen MT</vt:lpstr>
      <vt:lpstr>Tw Cen MT Condensed</vt:lpstr>
      <vt:lpstr>Wingdings</vt:lpstr>
      <vt:lpstr>Wingdings 3</vt:lpstr>
      <vt:lpstr>Integral</vt:lpstr>
      <vt:lpstr>ParallelISM AND  CONCURRENCY IN Computer</vt:lpstr>
      <vt:lpstr>Introduction</vt:lpstr>
      <vt:lpstr>Elements of Modern Computers</vt:lpstr>
      <vt:lpstr>Models for Parallel Systems</vt:lpstr>
      <vt:lpstr>Machine Model</vt:lpstr>
      <vt:lpstr>Architectural Models</vt:lpstr>
      <vt:lpstr>Computational Model</vt:lpstr>
      <vt:lpstr>Computational Model</vt:lpstr>
      <vt:lpstr>Computational Model</vt:lpstr>
      <vt:lpstr>Computational Model</vt:lpstr>
      <vt:lpstr>Programming Model</vt:lpstr>
      <vt:lpstr>Programming Model</vt:lpstr>
      <vt:lpstr>Microprocessor Architecture for Parallelism</vt:lpstr>
      <vt:lpstr>Bit-level Parallelism</vt:lpstr>
      <vt:lpstr>Parallelism by Pipelining</vt:lpstr>
      <vt:lpstr>Parallelism by Pipelining</vt:lpstr>
      <vt:lpstr>Parallelism by Pipelining</vt:lpstr>
      <vt:lpstr>Parallelism by Multiple Functional Units </vt:lpstr>
      <vt:lpstr>Parallelism at Process or Thread Level</vt:lpstr>
      <vt:lpstr>Parallelism at Process or Thread Level</vt:lpstr>
      <vt:lpstr>Parallelism at Process or Thread Level</vt:lpstr>
      <vt:lpstr>Flynn’s Taxonomy of Parallel Architecture</vt:lpstr>
      <vt:lpstr>Single Instruction, Single data (SISD)</vt:lpstr>
      <vt:lpstr>Multiple Instruction, Single Data (MISD)</vt:lpstr>
      <vt:lpstr>Single Instruction, Multiple Data (SIMD)</vt:lpstr>
      <vt:lpstr>Multiple Instruction, Multiple Data (MIMD)</vt:lpstr>
      <vt:lpstr>SOME ISSUES &amp; Challenges of PARALLEISM</vt:lpstr>
      <vt:lpstr>Amdahl's Law</vt:lpstr>
      <vt:lpstr>PowerPoint Presentation</vt:lpstr>
      <vt:lpstr>PowerPoint Presentation</vt:lpstr>
      <vt:lpstr>Questions</vt:lpstr>
      <vt:lpstr>Gustafson’s Law</vt:lpstr>
      <vt:lpstr>Gustafson’s Law</vt:lpstr>
      <vt:lpstr>Amdahl’s Law vs Gustafson’s Law </vt:lpstr>
      <vt:lpstr>Moore’s Law</vt:lpstr>
      <vt:lpstr>Free Lunch is Over</vt:lpstr>
      <vt:lpstr>Clock Speed vs Power Consumption</vt:lpstr>
      <vt:lpstr>Single vs Dual Processors</vt:lpstr>
      <vt:lpstr>Dual Processor = Twice Faster than Single Processor？</vt:lpstr>
      <vt:lpstr>Dual Processor vs Dual Core</vt:lpstr>
    </vt:vector>
  </TitlesOfParts>
  <Company>University of York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andy</dc:creator>
  <cp:lastModifiedBy>CHIEW THIAM KIAN</cp:lastModifiedBy>
  <cp:revision>86</cp:revision>
  <dcterms:created xsi:type="dcterms:W3CDTF">2009-07-08T11:05:52Z</dcterms:created>
  <dcterms:modified xsi:type="dcterms:W3CDTF">2024-03-11T13:17:44Z</dcterms:modified>
</cp:coreProperties>
</file>